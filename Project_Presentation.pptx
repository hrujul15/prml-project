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9"/>
  </p:notesMasterIdLst>
  <p:handoutMasterIdLst>
    <p:handoutMasterId r:id="rId20"/>
  </p:handoutMasterIdLst>
  <p:sldIdLst>
    <p:sldId id="256" r:id="rId5"/>
    <p:sldId id="265" r:id="rId6"/>
    <p:sldId id="260" r:id="rId7"/>
    <p:sldId id="343" r:id="rId8"/>
    <p:sldId id="354" r:id="rId9"/>
    <p:sldId id="264" r:id="rId10"/>
    <p:sldId id="344" r:id="rId11"/>
    <p:sldId id="353" r:id="rId12"/>
    <p:sldId id="346" r:id="rId13"/>
    <p:sldId id="348" r:id="rId14"/>
    <p:sldId id="349" r:id="rId15"/>
    <p:sldId id="266" r:id="rId16"/>
    <p:sldId id="350" r:id="rId17"/>
    <p:sldId id="35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9" autoAdjust="0"/>
    <p:restoredTop sz="94576" autoAdjust="0"/>
  </p:normalViewPr>
  <p:slideViewPr>
    <p:cSldViewPr snapToGrid="0">
      <p:cViewPr varScale="1">
        <p:scale>
          <a:sx n="90" d="100"/>
          <a:sy n="90" d="100"/>
        </p:scale>
        <p:origin x="398" y="67"/>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F03B4C-7222-461B-BA71-2B563A44950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6015D50-859B-4A21-BBA7-D227472F19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B51ED0-8724-4321-9903-1B6C4397769A}" type="datetimeFigureOut">
              <a:rPr lang="en-US" smtClean="0"/>
              <a:t>4/12/2026</a:t>
            </a:fld>
            <a:endParaRPr lang="en-US" dirty="0"/>
          </a:p>
        </p:txBody>
      </p:sp>
      <p:sp>
        <p:nvSpPr>
          <p:cNvPr id="4" name="Footer Placeholder 3">
            <a:extLst>
              <a:ext uri="{FF2B5EF4-FFF2-40B4-BE49-F238E27FC236}">
                <a16:creationId xmlns:a16="http://schemas.microsoft.com/office/drawing/2014/main" id="{B414EAD1-5CAB-421B-B5BB-2FAE33EA58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83925FF-73DD-4112-9C15-8EAFF2E8C9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E6D71AD-4225-439B-B0AF-FF523CEDEDCF}" type="slidenum">
              <a:rPr lang="en-US" smtClean="0"/>
              <a:t>‹#›</a:t>
            </a:fld>
            <a:endParaRPr lang="en-US" dirty="0"/>
          </a:p>
        </p:txBody>
      </p:sp>
    </p:spTree>
    <p:extLst>
      <p:ext uri="{BB962C8B-B14F-4D97-AF65-F5344CB8AC3E}">
        <p14:creationId xmlns:p14="http://schemas.microsoft.com/office/powerpoint/2010/main" val="19060384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4778D-F34E-4BE4-9B6B-598D2E739C81}" type="datetimeFigureOut">
              <a:rPr lang="en-US" smtClean="0"/>
              <a:t>4/12/2026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53C36-AE66-42A1-BA56-51FF7F8C862C}" type="slidenum">
              <a:rPr lang="en-US" smtClean="0"/>
              <a:t>‹#›</a:t>
            </a:fld>
            <a:endParaRPr lang="en-US" dirty="0"/>
          </a:p>
        </p:txBody>
      </p:sp>
    </p:spTree>
    <p:extLst>
      <p:ext uri="{BB962C8B-B14F-4D97-AF65-F5344CB8AC3E}">
        <p14:creationId xmlns:p14="http://schemas.microsoft.com/office/powerpoint/2010/main" val="1946386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IN"/>
          </a:p>
        </p:txBody>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dirty="0"/>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r>
              <a:rPr lang="en-US"/>
              <a:t>20XX</a:t>
            </a:r>
            <a:endParaRPr lang="en-US" dirty="0"/>
          </a:p>
        </p:txBody>
      </p:sp>
    </p:spTree>
    <p:extLst>
      <p:ext uri="{BB962C8B-B14F-4D97-AF65-F5344CB8AC3E}">
        <p14:creationId xmlns:p14="http://schemas.microsoft.com/office/powerpoint/2010/main" val="1593465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91E8DE-0B9D-43A1-8977-59BEEC2C354B}"/>
              </a:ext>
              <a:ext uri="{C183D7F6-B498-43B3-948B-1728B52AA6E4}">
                <adec:decorative xmlns:adec="http://schemas.microsoft.com/office/drawing/2017/decorative" val="1"/>
              </a:ext>
            </a:extLst>
          </p:cNvPr>
          <p:cNvSpPr/>
          <p:nvPr userDrawn="1"/>
        </p:nvSpPr>
        <p:spPr>
          <a:xfrm>
            <a:off x="643337" y="643464"/>
            <a:ext cx="6269159" cy="5571072"/>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243631" y="1621998"/>
            <a:ext cx="5068567" cy="1301390"/>
          </a:xfrm>
        </p:spPr>
        <p:txBody>
          <a:bodyPr anchor="b"/>
          <a:lstStyle>
            <a:lvl1pPr algn="ctr">
              <a:defRPr>
                <a:solidFill>
                  <a:schemeClr val="bg1"/>
                </a:solidFill>
              </a:defRPr>
            </a:lvl1pPr>
          </a:lstStyle>
          <a:p>
            <a:r>
              <a:rPr lang="en-US" dirty="0"/>
              <a:t>Click to edit</a:t>
            </a:r>
          </a:p>
        </p:txBody>
      </p:sp>
      <p:sp>
        <p:nvSpPr>
          <p:cNvPr id="9" name="Subtitle 2" descr="Tag=AccentColor&#10;Flavor=Light&#10;Target=Text">
            <a:extLst>
              <a:ext uri="{FF2B5EF4-FFF2-40B4-BE49-F238E27FC236}">
                <a16:creationId xmlns:a16="http://schemas.microsoft.com/office/drawing/2014/main" id="{4CCFCCCF-0AEA-4D36-8B54-4C03F88D74AE}"/>
              </a:ext>
            </a:extLst>
          </p:cNvPr>
          <p:cNvSpPr>
            <a:spLocks noGrp="1"/>
          </p:cNvSpPr>
          <p:nvPr>
            <p:ph type="subTitle" idx="1"/>
          </p:nvPr>
        </p:nvSpPr>
        <p:spPr>
          <a:xfrm>
            <a:off x="1243633" y="3109652"/>
            <a:ext cx="5068567" cy="2395623"/>
          </a:xfrm>
        </p:spPr>
        <p:txBody>
          <a:bodyPr anchor="ctr">
            <a:normAutofit/>
          </a:bodyPr>
          <a:lstStyle>
            <a:lvl1pPr marL="0" indent="0" algn="ctr">
              <a:buNone/>
              <a:defRPr>
                <a:solidFill>
                  <a:schemeClr val="bg1"/>
                </a:solidFill>
              </a:defRPr>
            </a:lvl1pPr>
          </a:lstStyle>
          <a:p>
            <a:pPr>
              <a:lnSpc>
                <a:spcPct val="150000"/>
              </a:lnSpc>
            </a:pPr>
            <a:r>
              <a:rPr lang="en-US" dirty="0">
                <a:cs typeface="Calibri"/>
              </a:rPr>
              <a:t>Topic one</a:t>
            </a:r>
          </a:p>
          <a:p>
            <a:pPr>
              <a:lnSpc>
                <a:spcPct val="150000"/>
              </a:lnSpc>
            </a:pPr>
            <a:r>
              <a:rPr lang="en-US" dirty="0">
                <a:cs typeface="Calibri"/>
              </a:rPr>
              <a:t>Topic two</a:t>
            </a:r>
          </a:p>
          <a:p>
            <a:pPr>
              <a:lnSpc>
                <a:spcPct val="150000"/>
              </a:lnSpc>
            </a:pPr>
            <a:r>
              <a:rPr lang="en-US" dirty="0">
                <a:cs typeface="Calibri"/>
              </a:rPr>
              <a:t>Topic three</a:t>
            </a:r>
          </a:p>
          <a:p>
            <a:pPr>
              <a:lnSpc>
                <a:spcPct val="150000"/>
              </a:lnSpc>
            </a:pPr>
            <a:r>
              <a:rPr lang="en-US" dirty="0">
                <a:cs typeface="Calibri"/>
              </a:rPr>
              <a:t>Topic four</a:t>
            </a:r>
          </a:p>
          <a:p>
            <a:endParaRPr lang="en-US" dirty="0">
              <a:solidFill>
                <a:schemeClr val="tx1"/>
              </a:solidFill>
            </a:endParaRP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556500" y="641350"/>
            <a:ext cx="3998913" cy="2626784"/>
          </a:xfrm>
        </p:spPr>
        <p:txBody>
          <a:bodyPr/>
          <a:lstStyle/>
          <a:p>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554913" y="3606263"/>
            <a:ext cx="4000500" cy="2608269"/>
          </a:xfrm>
        </p:spPr>
        <p:txBody>
          <a:bodyPr/>
          <a:lstStyle/>
          <a:p>
            <a:endParaRPr lang="en-US" dirty="0"/>
          </a:p>
        </p:txBody>
      </p:sp>
      <p:sp>
        <p:nvSpPr>
          <p:cNvPr id="7" name="Rectangle 6">
            <a:extLst>
              <a:ext uri="{FF2B5EF4-FFF2-40B4-BE49-F238E27FC236}">
                <a16:creationId xmlns:a16="http://schemas.microsoft.com/office/drawing/2014/main" id="{9C304C15-0285-4F2C-8EFE-569AD8088EBA}"/>
              </a:ext>
              <a:ext uri="{C183D7F6-B498-43B3-948B-1728B52AA6E4}">
                <adec:decorative xmlns:adec="http://schemas.microsoft.com/office/drawing/2017/decorative" val="1"/>
              </a:ext>
            </a:extLst>
          </p:cNvPr>
          <p:cNvSpPr/>
          <p:nvPr userDrawn="1"/>
        </p:nvSpPr>
        <p:spPr>
          <a:xfrm>
            <a:off x="806116" y="809244"/>
            <a:ext cx="5943600" cy="5239512"/>
          </a:xfrm>
          <a:prstGeom prst="rect">
            <a:avLst/>
          </a:prstGeom>
          <a:noFill/>
          <a:ln w="6350" cap="sq" cmpd="sng" algn="ctr">
            <a:solidFill>
              <a:schemeClr val="bg1"/>
            </a:solidFill>
            <a:prstDash val="solid"/>
            <a:miter lim="800000"/>
          </a:ln>
          <a:effectLst/>
        </p:spPr>
        <p:txBody>
          <a:bodyPr/>
          <a:lstStyle/>
          <a:p>
            <a:endParaRPr lang="en-IN"/>
          </a:p>
        </p:txBody>
      </p:sp>
      <p:sp>
        <p:nvSpPr>
          <p:cNvPr id="10" name="Rectangle 9">
            <a:extLst>
              <a:ext uri="{FF2B5EF4-FFF2-40B4-BE49-F238E27FC236}">
                <a16:creationId xmlns:a16="http://schemas.microsoft.com/office/drawing/2014/main" id="{C5A88504-58DC-4D6A-A3A2-46BBE92E4E08}"/>
              </a:ext>
              <a:ext uri="{C183D7F6-B498-43B3-948B-1728B52AA6E4}">
                <adec:decorative xmlns:adec="http://schemas.microsoft.com/office/drawing/2017/decorative" val="1"/>
              </a:ext>
            </a:extLst>
          </p:cNvPr>
          <p:cNvSpPr/>
          <p:nvPr userDrawn="1"/>
        </p:nvSpPr>
        <p:spPr>
          <a:xfrm>
            <a:off x="2817796"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Date Placeholder 17">
            <a:extLst>
              <a:ext uri="{FF2B5EF4-FFF2-40B4-BE49-F238E27FC236}">
                <a16:creationId xmlns:a16="http://schemas.microsoft.com/office/drawing/2014/main" id="{A7F1F606-F241-4665-957D-1EA108900290}"/>
              </a:ext>
            </a:extLst>
          </p:cNvPr>
          <p:cNvSpPr txBox="1">
            <a:spLocks/>
          </p:cNvSpPr>
          <p:nvPr userDrawn="1"/>
        </p:nvSpPr>
        <p:spPr>
          <a:xfrm>
            <a:off x="3000676" y="687140"/>
            <a:ext cx="1554480" cy="527213"/>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grpSp>
        <p:nvGrpSpPr>
          <p:cNvPr id="3" name="Group 2">
            <a:extLst>
              <a:ext uri="{FF2B5EF4-FFF2-40B4-BE49-F238E27FC236}">
                <a16:creationId xmlns:a16="http://schemas.microsoft.com/office/drawing/2014/main" id="{86EAC8BD-D27F-41DF-AA93-5F96758285A5}"/>
              </a:ext>
              <a:ext uri="{C183D7F6-B498-43B3-948B-1728B52AA6E4}">
                <adec:decorative xmlns:adec="http://schemas.microsoft.com/office/drawing/2017/decorative" val="1"/>
              </a:ext>
            </a:extLst>
          </p:cNvPr>
          <p:cNvGrpSpPr/>
          <p:nvPr userDrawn="1"/>
        </p:nvGrpSpPr>
        <p:grpSpPr>
          <a:xfrm>
            <a:off x="2932096" y="640855"/>
            <a:ext cx="1691640" cy="645295"/>
            <a:chOff x="2932096" y="640855"/>
            <a:chExt cx="1691640" cy="645295"/>
          </a:xfrm>
        </p:grpSpPr>
        <p:cxnSp>
          <p:nvCxnSpPr>
            <p:cNvPr id="11" name="Straight Connector 10">
              <a:extLst>
                <a:ext uri="{FF2B5EF4-FFF2-40B4-BE49-F238E27FC236}">
                  <a16:creationId xmlns:a16="http://schemas.microsoft.com/office/drawing/2014/main" id="{29CEAE44-9527-4308-A77C-6C47315AD3A5}"/>
                </a:ext>
                <a:ext uri="{C183D7F6-B498-43B3-948B-1728B52AA6E4}">
                  <adec:decorative xmlns:adec="http://schemas.microsoft.com/office/drawing/2017/decorative" val="1"/>
                </a:ext>
              </a:extLst>
            </p:cNvPr>
            <p:cNvCxnSpPr/>
            <p:nvPr userDrawn="1"/>
          </p:nvCxnSpPr>
          <p:spPr>
            <a:xfrm>
              <a:off x="293209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D50130-2E7D-4DC0-8382-B3958A945077}"/>
                </a:ext>
                <a:ext uri="{C183D7F6-B498-43B3-948B-1728B52AA6E4}">
                  <adec:decorative xmlns:adec="http://schemas.microsoft.com/office/drawing/2017/decorative" val="1"/>
                </a:ext>
              </a:extLst>
            </p:cNvPr>
            <p:cNvCxnSpPr/>
            <p:nvPr userDrawn="1"/>
          </p:nvCxnSpPr>
          <p:spPr>
            <a:xfrm>
              <a:off x="462373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55D961-339B-49BE-9281-3A8E81953FBD}"/>
                </a:ext>
                <a:ext uri="{C183D7F6-B498-43B3-948B-1728B52AA6E4}">
                  <adec:decorative xmlns:adec="http://schemas.microsoft.com/office/drawing/2017/decorative" val="1"/>
                </a:ext>
              </a:extLst>
            </p:cNvPr>
            <p:cNvCxnSpPr/>
            <p:nvPr userDrawn="1"/>
          </p:nvCxnSpPr>
          <p:spPr>
            <a:xfrm>
              <a:off x="2932096"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a:solidFill>
                  <a:schemeClr val="bg1"/>
                </a:solidFill>
              </a:rPr>
              <a:t>Sample </a:t>
            </a:r>
            <a:r>
              <a:rPr lang="en-US" dirty="0">
                <a:solidFill>
                  <a:schemeClr val="bg1"/>
                </a:solidFill>
              </a:rPr>
              <a:t>Footer Text</a:t>
            </a:r>
          </a:p>
        </p:txBody>
      </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676324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a:t>Sample </a:t>
            </a:r>
            <a:r>
              <a:rPr lang="en-US" dirty="0"/>
              <a:t>Footer Text</a:t>
            </a:r>
          </a:p>
        </p:txBody>
      </p:sp>
      <p:sp>
        <p:nvSpPr>
          <p:cNvPr id="4" name="Date Placeholder 3"/>
          <p:cNvSpPr>
            <a:spLocks noGrp="1"/>
          </p:cNvSpPr>
          <p:nvPr>
            <p:ph type="dt" sz="half" idx="10"/>
          </p:nvPr>
        </p:nvSpPr>
        <p:spPr/>
        <p:txBody>
          <a:bodyPr/>
          <a:lstStyle>
            <a:lvl1pPr>
              <a:defRPr/>
            </a:lvl1pPr>
          </a:lstStyle>
          <a:p>
            <a:r>
              <a:rPr lang="en-US"/>
              <a:t>20XX</a:t>
            </a:r>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57420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B0C2F6-1B8C-43CC-92A5-2D5502929FC9}"/>
              </a:ext>
              <a:ext uri="{C183D7F6-B498-43B3-948B-1728B52AA6E4}">
                <adec:decorative xmlns:adec="http://schemas.microsoft.com/office/drawing/2017/decorative" val="1"/>
              </a:ext>
            </a:extLst>
          </p:cNvPr>
          <p:cNvSpPr/>
          <p:nvPr userDrawn="1"/>
        </p:nvSpPr>
        <p:spPr>
          <a:xfrm>
            <a:off x="643349" y="648230"/>
            <a:ext cx="10905302" cy="1997060"/>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2" name="Title 1">
            <a:extLst>
              <a:ext uri="{FF2B5EF4-FFF2-40B4-BE49-F238E27FC236}">
                <a16:creationId xmlns:a16="http://schemas.microsoft.com/office/drawing/2014/main" id="{16983D5E-8A96-4276-9D60-66D16276D065}"/>
              </a:ext>
            </a:extLst>
          </p:cNvPr>
          <p:cNvSpPr>
            <a:spLocks noGrp="1"/>
          </p:cNvSpPr>
          <p:nvPr>
            <p:ph type="title"/>
          </p:nvPr>
        </p:nvSpPr>
        <p:spPr>
          <a:xfrm>
            <a:off x="912628" y="1057275"/>
            <a:ext cx="10366743" cy="1235895"/>
          </a:xfrm>
        </p:spPr>
        <p:txBody>
          <a:bodyPr/>
          <a:lstStyle>
            <a:lvl1pPr algn="ctr">
              <a:defRPr>
                <a:solidFill>
                  <a:schemeClr val="bg1"/>
                </a:solidFill>
              </a:defRPr>
            </a:lvl1pPr>
          </a:lstStyle>
          <a:p>
            <a:r>
              <a:rPr lang="en-US" dirty="0"/>
              <a:t>Click to edit Master title style</a:t>
            </a:r>
          </a:p>
        </p:txBody>
      </p:sp>
      <p:sp>
        <p:nvSpPr>
          <p:cNvPr id="7" name="Rectangle 6">
            <a:extLst>
              <a:ext uri="{FF2B5EF4-FFF2-40B4-BE49-F238E27FC236}">
                <a16:creationId xmlns:a16="http://schemas.microsoft.com/office/drawing/2014/main" id="{FC4707CC-694D-4162-B68A-B7D9345B3F32}"/>
              </a:ext>
              <a:ext uri="{C183D7F6-B498-43B3-948B-1728B52AA6E4}">
                <adec:decorative xmlns:adec="http://schemas.microsoft.com/office/drawing/2017/decorative" val="1"/>
              </a:ext>
            </a:extLst>
          </p:cNvPr>
          <p:cNvSpPr/>
          <p:nvPr userDrawn="1"/>
        </p:nvSpPr>
        <p:spPr>
          <a:xfrm>
            <a:off x="806196" y="814657"/>
            <a:ext cx="10579608" cy="1664208"/>
          </a:xfrm>
          <a:prstGeom prst="rect">
            <a:avLst/>
          </a:prstGeom>
          <a:noFill/>
          <a:ln w="6350" cap="sq" cmpd="sng" algn="ctr">
            <a:solidFill>
              <a:schemeClr val="bg1"/>
            </a:solidFill>
            <a:prstDash val="solid"/>
            <a:miter lim="800000"/>
          </a:ln>
          <a:effectLst/>
        </p:spPr>
        <p:txBody>
          <a:bodyPr/>
          <a:lstStyle/>
          <a:p>
            <a:endParaRPr lang="en-IN"/>
          </a:p>
        </p:txBody>
      </p:sp>
      <p:sp>
        <p:nvSpPr>
          <p:cNvPr id="21" name="Picture Placeholder 20">
            <a:extLst>
              <a:ext uri="{FF2B5EF4-FFF2-40B4-BE49-F238E27FC236}">
                <a16:creationId xmlns:a16="http://schemas.microsoft.com/office/drawing/2014/main" id="{079F8F29-0E9E-49F7-93F4-FCC8C82EE115}"/>
              </a:ext>
            </a:extLst>
          </p:cNvPr>
          <p:cNvSpPr>
            <a:spLocks noGrp="1"/>
          </p:cNvSpPr>
          <p:nvPr>
            <p:ph type="pic" sz="quarter" idx="13"/>
          </p:nvPr>
        </p:nvSpPr>
        <p:spPr>
          <a:xfrm>
            <a:off x="609600" y="2884815"/>
            <a:ext cx="2279650" cy="2552700"/>
          </a:xfrm>
        </p:spPr>
        <p:txBody>
          <a:bodyPr/>
          <a:lstStyle/>
          <a:p>
            <a:endParaRPr lang="en-US" dirty="0"/>
          </a:p>
        </p:txBody>
      </p:sp>
      <p:sp>
        <p:nvSpPr>
          <p:cNvPr id="25" name="Text Placeholder 27">
            <a:extLst>
              <a:ext uri="{FF2B5EF4-FFF2-40B4-BE49-F238E27FC236}">
                <a16:creationId xmlns:a16="http://schemas.microsoft.com/office/drawing/2014/main" id="{9925214F-17A5-4C60-AADE-6A1BC129895C}"/>
              </a:ext>
            </a:extLst>
          </p:cNvPr>
          <p:cNvSpPr>
            <a:spLocks noGrp="1"/>
          </p:cNvSpPr>
          <p:nvPr>
            <p:ph type="body" sz="quarter" idx="17"/>
          </p:nvPr>
        </p:nvSpPr>
        <p:spPr>
          <a:xfrm>
            <a:off x="609599"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6" name="Text Placeholder 27">
            <a:extLst>
              <a:ext uri="{FF2B5EF4-FFF2-40B4-BE49-F238E27FC236}">
                <a16:creationId xmlns:a16="http://schemas.microsoft.com/office/drawing/2014/main" id="{10700E3A-7CD7-4A3D-BA94-0E5BCAC92A8A}"/>
              </a:ext>
            </a:extLst>
          </p:cNvPr>
          <p:cNvSpPr>
            <a:spLocks noGrp="1"/>
          </p:cNvSpPr>
          <p:nvPr>
            <p:ph type="body" sz="quarter" idx="18"/>
          </p:nvPr>
        </p:nvSpPr>
        <p:spPr>
          <a:xfrm>
            <a:off x="609599"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2" name="Picture Placeholder 20">
            <a:extLst>
              <a:ext uri="{FF2B5EF4-FFF2-40B4-BE49-F238E27FC236}">
                <a16:creationId xmlns:a16="http://schemas.microsoft.com/office/drawing/2014/main" id="{2E6EB481-2A99-4088-95C0-0D5BAFDFF02F}"/>
              </a:ext>
            </a:extLst>
          </p:cNvPr>
          <p:cNvSpPr>
            <a:spLocks noGrp="1"/>
          </p:cNvSpPr>
          <p:nvPr>
            <p:ph type="pic" sz="quarter" idx="14"/>
          </p:nvPr>
        </p:nvSpPr>
        <p:spPr>
          <a:xfrm>
            <a:off x="3496066" y="2884815"/>
            <a:ext cx="2279650" cy="2552700"/>
          </a:xfrm>
        </p:spPr>
        <p:txBody>
          <a:bodyPr/>
          <a:lstStyle/>
          <a:p>
            <a:endParaRPr lang="en-US" dirty="0"/>
          </a:p>
        </p:txBody>
      </p:sp>
      <p:sp>
        <p:nvSpPr>
          <p:cNvPr id="27" name="Text Placeholder 27">
            <a:extLst>
              <a:ext uri="{FF2B5EF4-FFF2-40B4-BE49-F238E27FC236}">
                <a16:creationId xmlns:a16="http://schemas.microsoft.com/office/drawing/2014/main" id="{4097BC1F-331F-4D57-993D-EFBB792275DD}"/>
              </a:ext>
            </a:extLst>
          </p:cNvPr>
          <p:cNvSpPr>
            <a:spLocks noGrp="1"/>
          </p:cNvSpPr>
          <p:nvPr>
            <p:ph type="body" sz="quarter" idx="19"/>
          </p:nvPr>
        </p:nvSpPr>
        <p:spPr>
          <a:xfrm>
            <a:off x="3496067"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8" name="Text Placeholder 27">
            <a:extLst>
              <a:ext uri="{FF2B5EF4-FFF2-40B4-BE49-F238E27FC236}">
                <a16:creationId xmlns:a16="http://schemas.microsoft.com/office/drawing/2014/main" id="{DCC61962-73A1-4768-8408-43E07ED2C1AB}"/>
              </a:ext>
            </a:extLst>
          </p:cNvPr>
          <p:cNvSpPr>
            <a:spLocks noGrp="1"/>
          </p:cNvSpPr>
          <p:nvPr>
            <p:ph type="body" sz="quarter" idx="20"/>
          </p:nvPr>
        </p:nvSpPr>
        <p:spPr>
          <a:xfrm>
            <a:off x="3496067"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36" name="Footer Placeholder 4">
            <a:extLst>
              <a:ext uri="{FF2B5EF4-FFF2-40B4-BE49-F238E27FC236}">
                <a16:creationId xmlns:a16="http://schemas.microsoft.com/office/drawing/2014/main" id="{8013A142-804D-471C-B2DD-DEC1B8C58502}"/>
              </a:ext>
            </a:extLst>
          </p:cNvPr>
          <p:cNvSpPr>
            <a:spLocks noGrp="1"/>
          </p:cNvSpPr>
          <p:nvPr>
            <p:ph type="ftr" sz="quarter" idx="11"/>
          </p:nvPr>
        </p:nvSpPr>
        <p:spPr>
          <a:xfrm>
            <a:off x="639095" y="6296388"/>
            <a:ext cx="5816600" cy="365760"/>
          </a:xfrm>
        </p:spPr>
        <p:txBody>
          <a:bodyPr/>
          <a:lstStyle/>
          <a:p>
            <a:r>
              <a:rPr lang="en-US"/>
              <a:t>Sample </a:t>
            </a:r>
            <a:r>
              <a:rPr lang="en-US" dirty="0"/>
              <a:t>Footer Text</a:t>
            </a:r>
          </a:p>
        </p:txBody>
      </p:sp>
      <p:sp>
        <p:nvSpPr>
          <p:cNvPr id="23" name="Picture Placeholder 20">
            <a:extLst>
              <a:ext uri="{FF2B5EF4-FFF2-40B4-BE49-F238E27FC236}">
                <a16:creationId xmlns:a16="http://schemas.microsoft.com/office/drawing/2014/main" id="{A231814F-4139-4547-9058-18BF9C9E8833}"/>
              </a:ext>
            </a:extLst>
          </p:cNvPr>
          <p:cNvSpPr>
            <a:spLocks noGrp="1"/>
          </p:cNvSpPr>
          <p:nvPr>
            <p:ph type="pic" sz="quarter" idx="15"/>
          </p:nvPr>
        </p:nvSpPr>
        <p:spPr>
          <a:xfrm>
            <a:off x="6382532" y="2884815"/>
            <a:ext cx="2279650" cy="2552700"/>
          </a:xfrm>
        </p:spPr>
        <p:txBody>
          <a:bodyPr/>
          <a:lstStyle/>
          <a:p>
            <a:endParaRPr lang="en-US" dirty="0"/>
          </a:p>
        </p:txBody>
      </p:sp>
      <p:sp>
        <p:nvSpPr>
          <p:cNvPr id="29" name="Text Placeholder 27">
            <a:extLst>
              <a:ext uri="{FF2B5EF4-FFF2-40B4-BE49-F238E27FC236}">
                <a16:creationId xmlns:a16="http://schemas.microsoft.com/office/drawing/2014/main" id="{A6CD17BC-BF82-4EF5-8F4B-8D615A2FD248}"/>
              </a:ext>
            </a:extLst>
          </p:cNvPr>
          <p:cNvSpPr>
            <a:spLocks noGrp="1"/>
          </p:cNvSpPr>
          <p:nvPr>
            <p:ph type="body" sz="quarter" idx="21"/>
          </p:nvPr>
        </p:nvSpPr>
        <p:spPr>
          <a:xfrm>
            <a:off x="6382535"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30" name="Text Placeholder 27">
            <a:extLst>
              <a:ext uri="{FF2B5EF4-FFF2-40B4-BE49-F238E27FC236}">
                <a16:creationId xmlns:a16="http://schemas.microsoft.com/office/drawing/2014/main" id="{CA5F4D35-7EF1-463D-8005-F3950B654127}"/>
              </a:ext>
            </a:extLst>
          </p:cNvPr>
          <p:cNvSpPr>
            <a:spLocks noGrp="1"/>
          </p:cNvSpPr>
          <p:nvPr>
            <p:ph type="body" sz="quarter" idx="22"/>
          </p:nvPr>
        </p:nvSpPr>
        <p:spPr>
          <a:xfrm>
            <a:off x="6382535"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4" name="Picture Placeholder 20">
            <a:extLst>
              <a:ext uri="{FF2B5EF4-FFF2-40B4-BE49-F238E27FC236}">
                <a16:creationId xmlns:a16="http://schemas.microsoft.com/office/drawing/2014/main" id="{6CDB3226-AAE1-4106-A166-12BCFA73DA18}"/>
              </a:ext>
            </a:extLst>
          </p:cNvPr>
          <p:cNvSpPr>
            <a:spLocks noGrp="1"/>
          </p:cNvSpPr>
          <p:nvPr>
            <p:ph type="pic" sz="quarter" idx="16"/>
          </p:nvPr>
        </p:nvSpPr>
        <p:spPr>
          <a:xfrm>
            <a:off x="9269001" y="2884815"/>
            <a:ext cx="2279650" cy="2552700"/>
          </a:xfrm>
        </p:spPr>
        <p:txBody>
          <a:bodyPr/>
          <a:lstStyle/>
          <a:p>
            <a:endParaRPr lang="en-US" dirty="0"/>
          </a:p>
        </p:txBody>
      </p:sp>
      <p:sp>
        <p:nvSpPr>
          <p:cNvPr id="31" name="Text Placeholder 27">
            <a:extLst>
              <a:ext uri="{FF2B5EF4-FFF2-40B4-BE49-F238E27FC236}">
                <a16:creationId xmlns:a16="http://schemas.microsoft.com/office/drawing/2014/main" id="{C3CD8083-90C5-4685-A286-1A99E5DC3125}"/>
              </a:ext>
            </a:extLst>
          </p:cNvPr>
          <p:cNvSpPr>
            <a:spLocks noGrp="1"/>
          </p:cNvSpPr>
          <p:nvPr>
            <p:ph type="body" sz="quarter" idx="23"/>
          </p:nvPr>
        </p:nvSpPr>
        <p:spPr>
          <a:xfrm>
            <a:off x="9269002"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32" name="Text Placeholder 27">
            <a:extLst>
              <a:ext uri="{FF2B5EF4-FFF2-40B4-BE49-F238E27FC236}">
                <a16:creationId xmlns:a16="http://schemas.microsoft.com/office/drawing/2014/main" id="{5FB222BC-D05B-4E76-A0DC-25657322AF84}"/>
              </a:ext>
            </a:extLst>
          </p:cNvPr>
          <p:cNvSpPr>
            <a:spLocks noGrp="1"/>
          </p:cNvSpPr>
          <p:nvPr>
            <p:ph type="body" sz="quarter" idx="24"/>
          </p:nvPr>
        </p:nvSpPr>
        <p:spPr>
          <a:xfrm>
            <a:off x="9269002"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cxnSp>
        <p:nvCxnSpPr>
          <p:cNvPr id="9" name="Straight Connector 8">
            <a:extLst>
              <a:ext uri="{FF2B5EF4-FFF2-40B4-BE49-F238E27FC236}">
                <a16:creationId xmlns:a16="http://schemas.microsoft.com/office/drawing/2014/main" id="{4D6FBB75-8D79-4225-A448-37C04F053D3B}"/>
              </a:ext>
              <a:ext uri="{C183D7F6-B498-43B3-948B-1728B52AA6E4}">
                <adec:decorative xmlns:adec="http://schemas.microsoft.com/office/drawing/2017/decorative" val="1"/>
              </a:ext>
            </a:extLst>
          </p:cNvPr>
          <p:cNvCxnSpPr/>
          <p:nvPr userDrawn="1"/>
        </p:nvCxnSpPr>
        <p:spPr>
          <a:xfrm>
            <a:off x="3192658"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4C41CC5-2A7C-4774-98CE-C7212DFDCC08}"/>
              </a:ext>
              <a:ext uri="{C183D7F6-B498-43B3-948B-1728B52AA6E4}">
                <adec:decorative xmlns:adec="http://schemas.microsoft.com/office/drawing/2017/decorative" val="1"/>
              </a:ext>
            </a:extLst>
          </p:cNvPr>
          <p:cNvCxnSpPr/>
          <p:nvPr userDrawn="1"/>
        </p:nvCxnSpPr>
        <p:spPr>
          <a:xfrm>
            <a:off x="6079124"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861725-0EF3-4133-B06C-063F42B11115}"/>
              </a:ext>
              <a:ext uri="{C183D7F6-B498-43B3-948B-1728B52AA6E4}">
                <adec:decorative xmlns:adec="http://schemas.microsoft.com/office/drawing/2017/decorative" val="1"/>
              </a:ext>
            </a:extLst>
          </p:cNvPr>
          <p:cNvCxnSpPr/>
          <p:nvPr userDrawn="1"/>
        </p:nvCxnSpPr>
        <p:spPr>
          <a:xfrm>
            <a:off x="8965590"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5" name="Date Placeholder 3">
            <a:extLst>
              <a:ext uri="{FF2B5EF4-FFF2-40B4-BE49-F238E27FC236}">
                <a16:creationId xmlns:a16="http://schemas.microsoft.com/office/drawing/2014/main" id="{7FDBCC4A-1C49-4C93-AD45-AD78087E23D6}"/>
              </a:ext>
            </a:extLst>
          </p:cNvPr>
          <p:cNvSpPr txBox="1">
            <a:spLocks/>
          </p:cNvSpPr>
          <p:nvPr userDrawn="1"/>
        </p:nvSpPr>
        <p:spPr>
          <a:xfrm>
            <a:off x="7684497" y="6296388"/>
            <a:ext cx="2893045" cy="36576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20XX</a:t>
            </a:r>
          </a:p>
        </p:txBody>
      </p:sp>
      <p:sp>
        <p:nvSpPr>
          <p:cNvPr id="37" name="Slide Number Placeholder 5">
            <a:extLst>
              <a:ext uri="{FF2B5EF4-FFF2-40B4-BE49-F238E27FC236}">
                <a16:creationId xmlns:a16="http://schemas.microsoft.com/office/drawing/2014/main" id="{5EB09A52-50AB-4593-BCB7-23D4AEC88507}"/>
              </a:ext>
            </a:extLst>
          </p:cNvPr>
          <p:cNvSpPr>
            <a:spLocks noGrp="1"/>
          </p:cNvSpPr>
          <p:nvPr userDrawn="1">
            <p:ph type="sldNum" sz="quarter" idx="12"/>
          </p:nvPr>
        </p:nvSpPr>
        <p:spPr>
          <a:xfrm>
            <a:off x="10537721" y="6286556"/>
            <a:ext cx="838200" cy="365760"/>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83755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4A46BB-9B50-4F09-9059-DA78048129D4}"/>
              </a:ext>
            </a:extLst>
          </p:cNvPr>
          <p:cNvSpPr/>
          <p:nvPr userDrawn="1"/>
        </p:nvSpPr>
        <p:spPr>
          <a:xfrm>
            <a:off x="5695067" y="1808532"/>
            <a:ext cx="5452527" cy="3240936"/>
          </a:xfrm>
          <a:prstGeom prst="rect">
            <a:avLst/>
          </a:prstGeom>
          <a:solidFill>
            <a:schemeClr val="tx1">
              <a:lumMod val="75000"/>
              <a:lumOff val="25000"/>
            </a:schemeClr>
          </a:solidFill>
          <a:ln w="6350" cap="sq" cmpd="sng" algn="ctr">
            <a:noFill/>
            <a:prstDash val="solid"/>
            <a:miter lim="800000"/>
          </a:ln>
          <a:effectLst/>
        </p:spPr>
        <p:txBody>
          <a:bodyPr/>
          <a:lstStyle/>
          <a:p>
            <a:endParaRPr lang="en-IN"/>
          </a:p>
        </p:txBody>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6033793" y="2735221"/>
            <a:ext cx="4775075" cy="851219"/>
          </a:xfrm>
        </p:spPr>
        <p:txBody>
          <a:bodyPr/>
          <a:lstStyle>
            <a:lvl1pPr algn="ctr">
              <a:defRPr>
                <a:solidFill>
                  <a:schemeClr val="bg1"/>
                </a:solidFill>
              </a:defRPr>
            </a:lvl1pPr>
          </a:lstStyle>
          <a:p>
            <a:r>
              <a:rPr lang="en-US" dirty="0"/>
              <a:t>Click to edit</a:t>
            </a:r>
          </a:p>
        </p:txBody>
      </p:sp>
      <p:sp>
        <p:nvSpPr>
          <p:cNvPr id="7" name="Rectangle 6">
            <a:extLst>
              <a:ext uri="{FF2B5EF4-FFF2-40B4-BE49-F238E27FC236}">
                <a16:creationId xmlns:a16="http://schemas.microsoft.com/office/drawing/2014/main" id="{7DDF1FF2-5B9A-4BE9-AD3C-F215F0D25F7A}"/>
              </a:ext>
            </a:extLst>
          </p:cNvPr>
          <p:cNvSpPr/>
          <p:nvPr userDrawn="1"/>
        </p:nvSpPr>
        <p:spPr>
          <a:xfrm>
            <a:off x="5861010" y="1975104"/>
            <a:ext cx="5120640" cy="2907792"/>
          </a:xfrm>
          <a:prstGeom prst="rect">
            <a:avLst/>
          </a:prstGeom>
          <a:noFill/>
          <a:ln w="6350" cap="sq" cmpd="sng" algn="ctr">
            <a:solidFill>
              <a:schemeClr val="bg1"/>
            </a:solidFill>
            <a:prstDash val="solid"/>
            <a:miter lim="800000"/>
          </a:ln>
          <a:effectLst>
            <a:softEdge rad="0"/>
          </a:effectLst>
        </p:spPr>
        <p:txBody>
          <a:bodyPr/>
          <a:lstStyle/>
          <a:p>
            <a:endParaRPr lang="en-IN"/>
          </a:p>
        </p:txBody>
      </p:sp>
      <p:sp>
        <p:nvSpPr>
          <p:cNvPr id="9" name="Subtitle 2">
            <a:extLst>
              <a:ext uri="{FF2B5EF4-FFF2-40B4-BE49-F238E27FC236}">
                <a16:creationId xmlns:a16="http://schemas.microsoft.com/office/drawing/2014/main" id="{04FC6A22-F9EC-4E20-B9CC-F012FA8E4C27}"/>
              </a:ext>
            </a:extLst>
          </p:cNvPr>
          <p:cNvSpPr>
            <a:spLocks noGrp="1"/>
          </p:cNvSpPr>
          <p:nvPr>
            <p:ph type="subTitle" idx="1"/>
          </p:nvPr>
        </p:nvSpPr>
        <p:spPr>
          <a:xfrm>
            <a:off x="6033793" y="3995988"/>
            <a:ext cx="4775075" cy="559656"/>
          </a:xfrm>
        </p:spPr>
        <p:txBody>
          <a:bodyPr/>
          <a:lstStyle>
            <a:lvl1pPr marL="0" indent="0" algn="ctr">
              <a:buNone/>
              <a:defRPr>
                <a:solidFill>
                  <a:schemeClr val="bg1"/>
                </a:solidFill>
              </a:defRPr>
            </a:lvl1pPr>
          </a:lstStyle>
          <a:p>
            <a:r>
              <a:rPr lang="en-US" dirty="0">
                <a:solidFill>
                  <a:schemeClr val="tx1"/>
                </a:solidFill>
              </a:rPr>
              <a:t>Subtitle</a:t>
            </a:r>
          </a:p>
        </p:txBody>
      </p:sp>
      <p:sp>
        <p:nvSpPr>
          <p:cNvPr id="10" name="Date Placeholder 17">
            <a:extLst>
              <a:ext uri="{FF2B5EF4-FFF2-40B4-BE49-F238E27FC236}">
                <a16:creationId xmlns:a16="http://schemas.microsoft.com/office/drawing/2014/main" id="{ABF19E1F-D7E9-4D44-9873-8D8DDC338F7E}"/>
              </a:ext>
            </a:extLst>
          </p:cNvPr>
          <p:cNvSpPr txBox="1">
            <a:spLocks/>
          </p:cNvSpPr>
          <p:nvPr userDrawn="1"/>
        </p:nvSpPr>
        <p:spPr>
          <a:xfrm>
            <a:off x="7369770" y="2040249"/>
            <a:ext cx="2103120" cy="315209"/>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sp>
        <p:nvSpPr>
          <p:cNvPr id="22" name="Picture Placeholder 21">
            <a:extLst>
              <a:ext uri="{FF2B5EF4-FFF2-40B4-BE49-F238E27FC236}">
                <a16:creationId xmlns:a16="http://schemas.microsoft.com/office/drawing/2014/main" id="{93C72E99-B7BE-4F82-AD93-38765570DB39}"/>
              </a:ext>
            </a:extLst>
          </p:cNvPr>
          <p:cNvSpPr>
            <a:spLocks noGrp="1"/>
          </p:cNvSpPr>
          <p:nvPr>
            <p:ph type="pic" sz="quarter" idx="10"/>
          </p:nvPr>
        </p:nvSpPr>
        <p:spPr>
          <a:xfrm>
            <a:off x="0" y="0"/>
            <a:ext cx="12192000" cy="6858000"/>
          </a:xfrm>
          <a:custGeom>
            <a:avLst/>
            <a:gdLst>
              <a:gd name="connsiteX0" fmla="*/ 5695067 w 12192000"/>
              <a:gd name="connsiteY0" fmla="*/ 1808532 h 6858000"/>
              <a:gd name="connsiteX1" fmla="*/ 5695067 w 12192000"/>
              <a:gd name="connsiteY1" fmla="*/ 5049468 h 6858000"/>
              <a:gd name="connsiteX2" fmla="*/ 11147594 w 12192000"/>
              <a:gd name="connsiteY2" fmla="*/ 5049468 h 6858000"/>
              <a:gd name="connsiteX3" fmla="*/ 11147594 w 12192000"/>
              <a:gd name="connsiteY3" fmla="*/ 1808532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695067" y="1808532"/>
                </a:moveTo>
                <a:lnTo>
                  <a:pt x="5695067" y="5049468"/>
                </a:lnTo>
                <a:lnTo>
                  <a:pt x="11147594" y="5049468"/>
                </a:lnTo>
                <a:lnTo>
                  <a:pt x="11147594" y="1808532"/>
                </a:lnTo>
                <a:close/>
                <a:moveTo>
                  <a:pt x="0" y="0"/>
                </a:moveTo>
                <a:lnTo>
                  <a:pt x="12192000" y="0"/>
                </a:lnTo>
                <a:lnTo>
                  <a:pt x="12192000" y="6858000"/>
                </a:lnTo>
                <a:lnTo>
                  <a:pt x="0" y="6858000"/>
                </a:lnTo>
                <a:close/>
              </a:path>
            </a:pathLst>
          </a:custGeom>
        </p:spPr>
        <p:txBody>
          <a:bodyPr wrap="square">
            <a:noAutofit/>
          </a:bodyPr>
          <a:lstStyle/>
          <a:p>
            <a:endParaRPr lang="en-US" dirty="0"/>
          </a:p>
        </p:txBody>
      </p:sp>
    </p:spTree>
    <p:extLst>
      <p:ext uri="{BB962C8B-B14F-4D97-AF65-F5344CB8AC3E}">
        <p14:creationId xmlns:p14="http://schemas.microsoft.com/office/powerpoint/2010/main" val="264654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ummary">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9982C2-1320-41E5-A31C-D8DA5C8A462F}"/>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C563FB1-76A9-4E53-9493-2B8680D68662}"/>
              </a:ext>
              <a:ext uri="{C183D7F6-B498-43B3-948B-1728B52AA6E4}">
                <adec:decorative xmlns:adec="http://schemas.microsoft.com/office/drawing/2017/decorative" val="1"/>
              </a:ext>
            </a:extLst>
          </p:cNvPr>
          <p:cNvSpPr/>
          <p:nvPr userDrawn="1"/>
        </p:nvSpPr>
        <p:spPr>
          <a:xfrm>
            <a:off x="4448" y="0"/>
            <a:ext cx="4651122" cy="6858000"/>
          </a:xfrm>
          <a:prstGeom prst="rect">
            <a:avLst/>
          </a:prstGeom>
          <a:solidFill>
            <a:schemeClr val="tx1"/>
          </a:solidFill>
          <a:ln>
            <a:noFill/>
          </a:ln>
          <a:effectLst>
            <a:innerShdw blurRad="63500" dist="3175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C8F116A-4F5C-40E2-836F-919B8B939AD2}"/>
              </a:ext>
              <a:ext uri="{C183D7F6-B498-43B3-948B-1728B52AA6E4}">
                <adec:decorative xmlns:adec="http://schemas.microsoft.com/office/drawing/2017/decorative" val="1"/>
              </a:ext>
            </a:extLst>
          </p:cNvPr>
          <p:cNvSpPr/>
          <p:nvPr userDrawn="1"/>
        </p:nvSpPr>
        <p:spPr>
          <a:xfrm>
            <a:off x="1272" y="4123592"/>
            <a:ext cx="4654296"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027D978-81FB-4612-81AA-B7123E0D5B0C}"/>
              </a:ext>
              <a:ext uri="{C183D7F6-B498-43B3-948B-1728B52AA6E4}">
                <adec:decorative xmlns:adec="http://schemas.microsoft.com/office/drawing/2017/decorative" val="1"/>
              </a:ext>
            </a:extLst>
          </p:cNvPr>
          <p:cNvSpPr/>
          <p:nvPr userDrawn="1"/>
        </p:nvSpPr>
        <p:spPr>
          <a:xfrm>
            <a:off x="2284289" y="0"/>
            <a:ext cx="91440" cy="420624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00DC717-7560-4850-A68A-A881C97F3711}"/>
              </a:ext>
              <a:ext uri="{C183D7F6-B498-43B3-948B-1728B52AA6E4}">
                <adec:decorative xmlns:adec="http://schemas.microsoft.com/office/drawing/2017/decorative" val="1"/>
              </a:ext>
            </a:extLst>
          </p:cNvPr>
          <p:cNvSpPr/>
          <p:nvPr userDrawn="1"/>
        </p:nvSpPr>
        <p:spPr>
          <a:xfrm>
            <a:off x="2284289" y="2057400"/>
            <a:ext cx="2377440"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9F22527-F181-4C80-9977-C9894355CA8D}"/>
              </a:ext>
              <a:ext uri="{C183D7F6-B498-43B3-948B-1728B52AA6E4}">
                <adec:decorative xmlns:adec="http://schemas.microsoft.com/office/drawing/2017/decorative" val="1"/>
              </a:ext>
            </a:extLst>
          </p:cNvPr>
          <p:cNvSpPr/>
          <p:nvPr userDrawn="1"/>
        </p:nvSpPr>
        <p:spPr>
          <a:xfrm>
            <a:off x="5614028" y="971453"/>
            <a:ext cx="5623560" cy="4910328"/>
          </a:xfrm>
          <a:prstGeom prst="rect">
            <a:avLst/>
          </a:prstGeom>
          <a:noFill/>
          <a:ln w="6350" cap="sq" cmpd="sng" algn="ctr">
            <a:solidFill>
              <a:schemeClr val="bg1">
                <a:lumMod val="75000"/>
                <a:lumOff val="25000"/>
              </a:schemeClr>
            </a:solidFill>
            <a:prstDash val="solid"/>
            <a:miter lim="800000"/>
          </a:ln>
          <a:effectLst/>
        </p:spPr>
        <p:txBody>
          <a:bodyPr/>
          <a:lstStyle/>
          <a:p>
            <a:endParaRPr lang="en-IN"/>
          </a:p>
        </p:txBody>
      </p:sp>
      <p:sp>
        <p:nvSpPr>
          <p:cNvPr id="16" name="Rectangle 15">
            <a:extLst>
              <a:ext uri="{FF2B5EF4-FFF2-40B4-BE49-F238E27FC236}">
                <a16:creationId xmlns:a16="http://schemas.microsoft.com/office/drawing/2014/main" id="{7CABAC30-6A2F-4907-8502-17DF9AEEE9CD}"/>
              </a:ext>
              <a:ext uri="{C183D7F6-B498-43B3-948B-1728B52AA6E4}">
                <adec:decorative xmlns:adec="http://schemas.microsoft.com/office/drawing/2017/decorative" val="1"/>
              </a:ext>
            </a:extLst>
          </p:cNvPr>
          <p:cNvSpPr/>
          <p:nvPr userDrawn="1"/>
        </p:nvSpPr>
        <p:spPr>
          <a:xfrm>
            <a:off x="5448300" y="806861"/>
            <a:ext cx="5955017" cy="5239512"/>
          </a:xfrm>
          <a:prstGeom prst="rect">
            <a:avLst/>
          </a:prstGeom>
          <a:solidFill>
            <a:schemeClr val="tx1"/>
          </a:solidFill>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2" name="Title 1">
            <a:extLst>
              <a:ext uri="{FF2B5EF4-FFF2-40B4-BE49-F238E27FC236}">
                <a16:creationId xmlns:a16="http://schemas.microsoft.com/office/drawing/2014/main" id="{603C9F96-79A7-44FA-A7FE-C0675B9967FC}"/>
              </a:ext>
            </a:extLst>
          </p:cNvPr>
          <p:cNvSpPr>
            <a:spLocks noGrp="1"/>
          </p:cNvSpPr>
          <p:nvPr>
            <p:ph type="title"/>
          </p:nvPr>
        </p:nvSpPr>
        <p:spPr>
          <a:xfrm>
            <a:off x="5867401" y="1290294"/>
            <a:ext cx="5116286" cy="1371600"/>
          </a:xfrm>
        </p:spPr>
        <p:txBody>
          <a:bodyPr/>
          <a:lstStyle>
            <a:lvl1pPr algn="ctr">
              <a:defRPr>
                <a:solidFill>
                  <a:schemeClr val="bg1"/>
                </a:solidFill>
              </a:defRPr>
            </a:lvl1pPr>
          </a:lstStyle>
          <a:p>
            <a:r>
              <a:rPr lang="en-US" dirty="0"/>
              <a:t>Click to edit Master title style</a:t>
            </a:r>
          </a:p>
        </p:txBody>
      </p:sp>
      <p:sp>
        <p:nvSpPr>
          <p:cNvPr id="18" name="Subtitle 2">
            <a:extLst>
              <a:ext uri="{FF2B5EF4-FFF2-40B4-BE49-F238E27FC236}">
                <a16:creationId xmlns:a16="http://schemas.microsoft.com/office/drawing/2014/main" id="{D72D6334-ED49-4D79-AAC2-10DCFF6D6651}"/>
              </a:ext>
            </a:extLst>
          </p:cNvPr>
          <p:cNvSpPr>
            <a:spLocks noGrp="1"/>
          </p:cNvSpPr>
          <p:nvPr>
            <p:ph type="subTitle" idx="1"/>
          </p:nvPr>
        </p:nvSpPr>
        <p:spPr>
          <a:xfrm>
            <a:off x="5867401" y="2980736"/>
            <a:ext cx="5116286" cy="2712494"/>
          </a:xfrm>
        </p:spPr>
        <p:txBody>
          <a:bodyPr>
            <a:normAutofit/>
          </a:bodyPr>
          <a:lstStyle>
            <a:lvl1pPr marL="0" indent="0" algn="ctr">
              <a:buNone/>
              <a:defRPr>
                <a:solidFill>
                  <a:schemeClr val="bg1">
                    <a:lumMod val="85000"/>
                    <a:lumOff val="15000"/>
                  </a:schemeClr>
                </a:solidFill>
              </a:defRPr>
            </a:lvl1pPr>
          </a:lstStyle>
          <a:p>
            <a:endParaRPr lang="en-US" sz="1800" dirty="0">
              <a:solidFill>
                <a:schemeClr val="bg1">
                  <a:lumMod val="85000"/>
                  <a:lumOff val="15000"/>
                </a:schemeClr>
              </a:solidFill>
            </a:endParaRPr>
          </a:p>
        </p:txBody>
      </p:sp>
      <p:sp>
        <p:nvSpPr>
          <p:cNvPr id="12" name="Date Placeholder 3">
            <a:extLst>
              <a:ext uri="{FF2B5EF4-FFF2-40B4-BE49-F238E27FC236}">
                <a16:creationId xmlns:a16="http://schemas.microsoft.com/office/drawing/2014/main" id="{0FE3A1CC-4DE8-4FC6-839D-CD3607B8D426}"/>
              </a:ext>
            </a:extLst>
          </p:cNvPr>
          <p:cNvSpPr txBox="1">
            <a:spLocks/>
          </p:cNvSpPr>
          <p:nvPr userDrawn="1"/>
        </p:nvSpPr>
        <p:spPr>
          <a:xfrm>
            <a:off x="7048099" y="302355"/>
            <a:ext cx="2743200" cy="350785"/>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t>20XX</a:t>
            </a:r>
          </a:p>
        </p:txBody>
      </p:sp>
      <p:sp>
        <p:nvSpPr>
          <p:cNvPr id="22" name="Picture Placeholder 21">
            <a:extLst>
              <a:ext uri="{FF2B5EF4-FFF2-40B4-BE49-F238E27FC236}">
                <a16:creationId xmlns:a16="http://schemas.microsoft.com/office/drawing/2014/main" id="{C9E9A7CA-EE9C-4648-8016-1852440461F5}"/>
              </a:ext>
            </a:extLst>
          </p:cNvPr>
          <p:cNvSpPr>
            <a:spLocks noGrp="1"/>
          </p:cNvSpPr>
          <p:nvPr>
            <p:ph type="pic" sz="quarter" idx="13"/>
          </p:nvPr>
        </p:nvSpPr>
        <p:spPr>
          <a:xfrm>
            <a:off x="325438" y="326697"/>
            <a:ext cx="1636712" cy="3475163"/>
          </a:xfrm>
        </p:spPr>
        <p:txBody>
          <a:bodyPr/>
          <a:lstStyle/>
          <a:p>
            <a:endParaRPr lang="en-US" dirty="0"/>
          </a:p>
        </p:txBody>
      </p:sp>
      <p:sp>
        <p:nvSpPr>
          <p:cNvPr id="26" name="Picture Placeholder 25">
            <a:extLst>
              <a:ext uri="{FF2B5EF4-FFF2-40B4-BE49-F238E27FC236}">
                <a16:creationId xmlns:a16="http://schemas.microsoft.com/office/drawing/2014/main" id="{F4561B6B-E204-4CF0-AD12-ED21B3940F53}"/>
              </a:ext>
            </a:extLst>
          </p:cNvPr>
          <p:cNvSpPr>
            <a:spLocks noGrp="1"/>
          </p:cNvSpPr>
          <p:nvPr>
            <p:ph type="pic" sz="quarter" idx="15"/>
          </p:nvPr>
        </p:nvSpPr>
        <p:spPr>
          <a:xfrm>
            <a:off x="2709863" y="329773"/>
            <a:ext cx="1614487" cy="1394251"/>
          </a:xfrm>
        </p:spPr>
        <p:txBody>
          <a:bodyPr/>
          <a:lstStyle/>
          <a:p>
            <a:endParaRPr lang="en-US" dirty="0"/>
          </a:p>
        </p:txBody>
      </p:sp>
      <p:sp>
        <p:nvSpPr>
          <p:cNvPr id="24" name="Picture Placeholder 23">
            <a:extLst>
              <a:ext uri="{FF2B5EF4-FFF2-40B4-BE49-F238E27FC236}">
                <a16:creationId xmlns:a16="http://schemas.microsoft.com/office/drawing/2014/main" id="{B3BE441E-0CE9-4C44-8783-3A04F5929F10}"/>
              </a:ext>
            </a:extLst>
          </p:cNvPr>
          <p:cNvSpPr>
            <a:spLocks noGrp="1"/>
          </p:cNvSpPr>
          <p:nvPr>
            <p:ph type="pic" sz="quarter" idx="14"/>
          </p:nvPr>
        </p:nvSpPr>
        <p:spPr>
          <a:xfrm>
            <a:off x="2697163" y="2384425"/>
            <a:ext cx="1628775" cy="1423988"/>
          </a:xfrm>
        </p:spPr>
        <p:txBody>
          <a:bodyPr/>
          <a:lstStyle/>
          <a:p>
            <a:endParaRPr lang="en-US" dirty="0"/>
          </a:p>
        </p:txBody>
      </p:sp>
      <p:sp>
        <p:nvSpPr>
          <p:cNvPr id="28" name="Picture Placeholder 27">
            <a:extLst>
              <a:ext uri="{FF2B5EF4-FFF2-40B4-BE49-F238E27FC236}">
                <a16:creationId xmlns:a16="http://schemas.microsoft.com/office/drawing/2014/main" id="{FBAA901D-39FD-416F-B2B4-F2651AB79185}"/>
              </a:ext>
            </a:extLst>
          </p:cNvPr>
          <p:cNvSpPr>
            <a:spLocks noGrp="1"/>
          </p:cNvSpPr>
          <p:nvPr>
            <p:ph type="pic" sz="quarter" idx="16"/>
          </p:nvPr>
        </p:nvSpPr>
        <p:spPr>
          <a:xfrm>
            <a:off x="325438" y="4527550"/>
            <a:ext cx="3998912" cy="2000250"/>
          </a:xfrm>
        </p:spPr>
        <p:txBody>
          <a:bodyPr/>
          <a:lstStyle/>
          <a:p>
            <a:endParaRPr lang="en-US" dirty="0"/>
          </a:p>
        </p:txBody>
      </p:sp>
      <p:sp>
        <p:nvSpPr>
          <p:cNvPr id="19" name="Footer Placeholder 18">
            <a:extLst>
              <a:ext uri="{FF2B5EF4-FFF2-40B4-BE49-F238E27FC236}">
                <a16:creationId xmlns:a16="http://schemas.microsoft.com/office/drawing/2014/main" id="{4C182815-90D1-446C-BC70-6AB00BED68ED}"/>
              </a:ext>
            </a:extLst>
          </p:cNvPr>
          <p:cNvSpPr txBox="1">
            <a:spLocks/>
          </p:cNvSpPr>
          <p:nvPr userDrawn="1"/>
        </p:nvSpPr>
        <p:spPr>
          <a:xfrm>
            <a:off x="5077003" y="6367925"/>
            <a:ext cx="4480560" cy="22860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r>
              <a:rPr lang="en-US">
                <a:solidFill>
                  <a:srgbClr val="FFFFFF"/>
                </a:solidFill>
              </a:rPr>
              <a:t>Sample </a:t>
            </a:r>
            <a:r>
              <a:rPr lang="en-US" dirty="0">
                <a:solidFill>
                  <a:srgbClr val="FFFFFF"/>
                </a:solidFill>
              </a:rPr>
              <a:t>Footer Text</a:t>
            </a:r>
          </a:p>
        </p:txBody>
      </p:sp>
      <p:sp>
        <p:nvSpPr>
          <p:cNvPr id="20" name="Slide Number Placeholder 5">
            <a:extLst>
              <a:ext uri="{FF2B5EF4-FFF2-40B4-BE49-F238E27FC236}">
                <a16:creationId xmlns:a16="http://schemas.microsoft.com/office/drawing/2014/main" id="{69BDEE55-B4D3-4542-BF01-F05A2C1FB7D6}"/>
              </a:ext>
            </a:extLst>
          </p:cNvPr>
          <p:cNvSpPr txBox="1">
            <a:spLocks/>
          </p:cNvSpPr>
          <p:nvPr userDrawn="1"/>
        </p:nvSpPr>
        <p:spPr>
          <a:xfrm>
            <a:off x="9793460" y="6367925"/>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0220169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973E97-A796-4836-82F6-8A280A57BA6B}"/>
              </a:ext>
            </a:extLst>
          </p:cNvPr>
          <p:cNvSpPr/>
          <p:nvPr userDrawn="1"/>
        </p:nvSpPr>
        <p:spPr>
          <a:xfrm>
            <a:off x="5660112" y="0"/>
            <a:ext cx="6528839"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C0DAEE-CCDB-4627-925B-879F83B1F308}"/>
              </a:ext>
            </a:extLst>
          </p:cNvPr>
          <p:cNvSpPr>
            <a:spLocks noGrp="1"/>
          </p:cNvSpPr>
          <p:nvPr>
            <p:ph type="title"/>
          </p:nvPr>
        </p:nvSpPr>
        <p:spPr>
          <a:xfrm>
            <a:off x="6374166" y="610485"/>
            <a:ext cx="5103661" cy="1371600"/>
          </a:xfrm>
        </p:spPr>
        <p:txBody>
          <a:bodyPr>
            <a:normAutofit/>
          </a:bodyPr>
          <a:lstStyle>
            <a:lvl1pPr>
              <a:defRPr sz="4800">
                <a:solidFill>
                  <a:schemeClr val="bg1"/>
                </a:solidFill>
              </a:defRPr>
            </a:lvl1pPr>
          </a:lstStyle>
          <a:p>
            <a:r>
              <a:rPr lang="en-US" dirty="0"/>
              <a:t>Click to edit</a:t>
            </a:r>
          </a:p>
        </p:txBody>
      </p:sp>
      <p:sp>
        <p:nvSpPr>
          <p:cNvPr id="7" name="Rectangle 6">
            <a:extLst>
              <a:ext uri="{FF2B5EF4-FFF2-40B4-BE49-F238E27FC236}">
                <a16:creationId xmlns:a16="http://schemas.microsoft.com/office/drawing/2014/main" id="{3B9F23A9-0519-4A39-A9F9-F965C17D58A0}"/>
              </a:ext>
            </a:extLst>
          </p:cNvPr>
          <p:cNvSpPr/>
          <p:nvPr userDrawn="1"/>
        </p:nvSpPr>
        <p:spPr>
          <a:xfrm>
            <a:off x="5981848" y="320040"/>
            <a:ext cx="5888736" cy="6217920"/>
          </a:xfrm>
          <a:prstGeom prst="rect">
            <a:avLst/>
          </a:prstGeom>
          <a:noFill/>
          <a:ln w="6350" cap="sq" cmpd="sng" algn="ctr">
            <a:solidFill>
              <a:schemeClr val="bg1"/>
            </a:solidFill>
            <a:prstDash val="solid"/>
            <a:miter lim="800000"/>
          </a:ln>
          <a:effectLst>
            <a:softEdge rad="0"/>
          </a:effectLst>
        </p:spPr>
        <p:txBody>
          <a:bodyPr/>
          <a:lstStyle/>
          <a:p>
            <a:endParaRPr lang="en-IN"/>
          </a:p>
        </p:txBody>
      </p:sp>
      <p:sp>
        <p:nvSpPr>
          <p:cNvPr id="9" name="Date Placeholder 6">
            <a:extLst>
              <a:ext uri="{FF2B5EF4-FFF2-40B4-BE49-F238E27FC236}">
                <a16:creationId xmlns:a16="http://schemas.microsoft.com/office/drawing/2014/main" id="{F3EB17D9-2389-4D1F-AC98-7CC3F79840B2}"/>
              </a:ext>
            </a:extLst>
          </p:cNvPr>
          <p:cNvSpPr txBox="1">
            <a:spLocks/>
          </p:cNvSpPr>
          <p:nvPr userDrawn="1"/>
        </p:nvSpPr>
        <p:spPr>
          <a:xfrm>
            <a:off x="7554616" y="383781"/>
            <a:ext cx="2743200"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rPr>
              <a:t>20XX</a:t>
            </a:r>
          </a:p>
        </p:txBody>
      </p:sp>
      <p:sp>
        <p:nvSpPr>
          <p:cNvPr id="11" name="Footer Placeholder 7">
            <a:extLst>
              <a:ext uri="{FF2B5EF4-FFF2-40B4-BE49-F238E27FC236}">
                <a16:creationId xmlns:a16="http://schemas.microsoft.com/office/drawing/2014/main" id="{40E55EFF-7AC0-4ACD-B826-CA1E384CCF4C}"/>
              </a:ext>
            </a:extLst>
          </p:cNvPr>
          <p:cNvSpPr txBox="1">
            <a:spLocks/>
          </p:cNvSpPr>
          <p:nvPr userDrawn="1"/>
        </p:nvSpPr>
        <p:spPr>
          <a:xfrm>
            <a:off x="6303580" y="6214535"/>
            <a:ext cx="4696948" cy="256032"/>
          </a:xfrm>
          <a:prstGeom prst="rect">
            <a:avLst/>
          </a:prstGeom>
        </p:spPr>
        <p:txBody>
          <a:bodyPr vert="horz" lIns="91440" tIns="45720" rIns="91440" bIns="45720" rtlCol="0" anchor="b"/>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solidFill>
                  <a:schemeClr val="bg1"/>
                </a:solidFill>
              </a:rPr>
              <a:t>Sample </a:t>
            </a:r>
            <a:r>
              <a:rPr lang="en-US" dirty="0">
                <a:solidFill>
                  <a:schemeClr val="bg1"/>
                </a:solidFill>
              </a:rPr>
              <a:t>Footer Text</a:t>
            </a:r>
          </a:p>
        </p:txBody>
      </p:sp>
      <p:sp>
        <p:nvSpPr>
          <p:cNvPr id="12" name="Slide Number Placeholder 8">
            <a:extLst>
              <a:ext uri="{FF2B5EF4-FFF2-40B4-BE49-F238E27FC236}">
                <a16:creationId xmlns:a16="http://schemas.microsoft.com/office/drawing/2014/main" id="{C6C2D606-DD47-4DA7-AF9B-9A8E401BCAFF}"/>
              </a:ext>
            </a:extLst>
          </p:cNvPr>
          <p:cNvSpPr txBox="1">
            <a:spLocks/>
          </p:cNvSpPr>
          <p:nvPr userDrawn="1"/>
        </p:nvSpPr>
        <p:spPr>
          <a:xfrm>
            <a:off x="11104451" y="6214535"/>
            <a:ext cx="605266"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4B7E4EF-A1BD-40F4-AB7B-04F084DD991D}" type="slidenum">
              <a:rPr lang="en-US" smtClean="0">
                <a:solidFill>
                  <a:schemeClr val="bg1"/>
                </a:solidFill>
              </a:rPr>
              <a:pPr/>
              <a:t>‹#›</a:t>
            </a:fld>
            <a:endParaRPr lang="en-US" dirty="0">
              <a:solidFill>
                <a:schemeClr val="bg1"/>
              </a:solidFill>
            </a:endParaRPr>
          </a:p>
        </p:txBody>
      </p:sp>
      <p:sp>
        <p:nvSpPr>
          <p:cNvPr id="15" name="Picture Placeholder 14">
            <a:extLst>
              <a:ext uri="{FF2B5EF4-FFF2-40B4-BE49-F238E27FC236}">
                <a16:creationId xmlns:a16="http://schemas.microsoft.com/office/drawing/2014/main" id="{6623DC60-EE1A-4367-A357-5F11D942252B}"/>
              </a:ext>
            </a:extLst>
          </p:cNvPr>
          <p:cNvSpPr>
            <a:spLocks noGrp="1"/>
          </p:cNvSpPr>
          <p:nvPr>
            <p:ph type="pic" sz="quarter" idx="10"/>
          </p:nvPr>
        </p:nvSpPr>
        <p:spPr>
          <a:xfrm>
            <a:off x="0" y="0"/>
            <a:ext cx="5659438" cy="6858000"/>
          </a:xfrm>
        </p:spPr>
        <p:txBody>
          <a:bodyPr/>
          <a:lstStyle/>
          <a:p>
            <a:endParaRPr lang="en-US" dirty="0"/>
          </a:p>
        </p:txBody>
      </p:sp>
      <p:sp>
        <p:nvSpPr>
          <p:cNvPr id="5" name="Content Placeholder 4">
            <a:extLst>
              <a:ext uri="{FF2B5EF4-FFF2-40B4-BE49-F238E27FC236}">
                <a16:creationId xmlns:a16="http://schemas.microsoft.com/office/drawing/2014/main" id="{7095E6F1-8633-46DB-A612-89A5079F7EF4}"/>
              </a:ext>
            </a:extLst>
          </p:cNvPr>
          <p:cNvSpPr>
            <a:spLocks noGrp="1"/>
          </p:cNvSpPr>
          <p:nvPr>
            <p:ph sz="quarter" idx="11"/>
          </p:nvPr>
        </p:nvSpPr>
        <p:spPr>
          <a:xfrm>
            <a:off x="6372625" y="2108844"/>
            <a:ext cx="5103812" cy="37909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771211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24342A2-B2E9-4AE9-9AFD-C5F77777E326}"/>
              </a:ext>
              <a:ext uri="{C183D7F6-B498-43B3-948B-1728B52AA6E4}">
                <adec:decorative xmlns:adec="http://schemas.microsoft.com/office/drawing/2017/decorative" val="1"/>
              </a:ext>
            </a:extLst>
          </p:cNvPr>
          <p:cNvSpPr/>
          <p:nvPr userDrawn="1"/>
        </p:nvSpPr>
        <p:spPr>
          <a:xfrm>
            <a:off x="453190" y="457200"/>
            <a:ext cx="11281609" cy="594360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19" name="Rectangle 18">
            <a:extLst>
              <a:ext uri="{FF2B5EF4-FFF2-40B4-BE49-F238E27FC236}">
                <a16:creationId xmlns:a16="http://schemas.microsoft.com/office/drawing/2014/main" id="{C086CEFC-AE66-4E11-8B5A-880177E1278E}"/>
              </a:ext>
              <a:ext uri="{C183D7F6-B498-43B3-948B-1728B52AA6E4}">
                <adec:decorative xmlns:adec="http://schemas.microsoft.com/office/drawing/2017/decorative" val="1"/>
              </a:ext>
            </a:extLst>
          </p:cNvPr>
          <p:cNvSpPr/>
          <p:nvPr userDrawn="1"/>
        </p:nvSpPr>
        <p:spPr>
          <a:xfrm>
            <a:off x="616737" y="621793"/>
            <a:ext cx="6651809" cy="5614416"/>
          </a:xfrm>
          <a:prstGeom prst="rect">
            <a:avLst/>
          </a:prstGeom>
          <a:solidFill>
            <a:schemeClr val="tx1">
              <a:lumMod val="75000"/>
              <a:lumOff val="25000"/>
            </a:schemeClr>
          </a:solidFill>
          <a:ln w="6350" cap="sq" cmpd="sng" algn="ctr">
            <a:noFill/>
            <a:prstDash val="solid"/>
            <a:miter lim="800000"/>
          </a:ln>
          <a:effectLst/>
        </p:spPr>
        <p:txBody>
          <a:bodyPr/>
          <a:lstStyle/>
          <a:p>
            <a:endParaRPr lang="en-IN"/>
          </a:p>
        </p:txBody>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078158" y="2100942"/>
            <a:ext cx="5716339" cy="2290607"/>
          </a:xfrm>
        </p:spPr>
        <p:txBody>
          <a:bodyPr anchor="b"/>
          <a:lstStyle>
            <a:lvl1pPr algn="ctr">
              <a:defRPr>
                <a:solidFill>
                  <a:schemeClr val="bg1"/>
                </a:solidFill>
              </a:defRPr>
            </a:lvl1pPr>
          </a:lstStyle>
          <a:p>
            <a:r>
              <a:rPr lang="en-US" dirty="0"/>
              <a:t>Click to edit</a:t>
            </a:r>
          </a:p>
        </p:txBody>
      </p:sp>
      <p:sp>
        <p:nvSpPr>
          <p:cNvPr id="23" name="Rectangle 22">
            <a:extLst>
              <a:ext uri="{FF2B5EF4-FFF2-40B4-BE49-F238E27FC236}">
                <a16:creationId xmlns:a16="http://schemas.microsoft.com/office/drawing/2014/main" id="{6EB1E9D9-0DDD-4554-A021-4FE50439A138}"/>
              </a:ext>
              <a:ext uri="{C183D7F6-B498-43B3-948B-1728B52AA6E4}">
                <adec:decorative xmlns:adec="http://schemas.microsoft.com/office/drawing/2017/decorative" val="1"/>
              </a:ext>
            </a:extLst>
          </p:cNvPr>
          <p:cNvSpPr/>
          <p:nvPr userDrawn="1"/>
        </p:nvSpPr>
        <p:spPr>
          <a:xfrm>
            <a:off x="3023061"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6" name="Date Placeholder 17">
            <a:extLst>
              <a:ext uri="{FF2B5EF4-FFF2-40B4-BE49-F238E27FC236}">
                <a16:creationId xmlns:a16="http://schemas.microsoft.com/office/drawing/2014/main" id="{3B5075EC-8E09-4BB4-8C8F-6177ECD95A83}"/>
              </a:ext>
            </a:extLst>
          </p:cNvPr>
          <p:cNvSpPr>
            <a:spLocks noGrp="1"/>
          </p:cNvSpPr>
          <p:nvPr>
            <p:ph type="dt" sz="half" idx="10"/>
          </p:nvPr>
        </p:nvSpPr>
        <p:spPr>
          <a:xfrm>
            <a:off x="3205941" y="493108"/>
            <a:ext cx="1554480" cy="527213"/>
          </a:xfrm>
        </p:spPr>
        <p:txBody>
          <a:bodyPr/>
          <a:lstStyle>
            <a:lvl1pPr>
              <a:defRPr baseline="0">
                <a:solidFill>
                  <a:schemeClr val="bg1"/>
                </a:solidFill>
              </a:defRPr>
            </a:lvl1pPr>
          </a:lstStyle>
          <a:p>
            <a:pPr algn="ctr" defTabSz="914400">
              <a:defRPr/>
            </a:pPr>
            <a:r>
              <a:rPr lang="en-US" sz="1300"/>
              <a:t>20XX</a:t>
            </a:r>
            <a:endParaRPr lang="en-US" sz="1300" dirty="0"/>
          </a:p>
        </p:txBody>
      </p:sp>
      <p:sp>
        <p:nvSpPr>
          <p:cNvPr id="5" name="Text Placeholder 4">
            <a:extLst>
              <a:ext uri="{FF2B5EF4-FFF2-40B4-BE49-F238E27FC236}">
                <a16:creationId xmlns:a16="http://schemas.microsoft.com/office/drawing/2014/main" id="{B8A8819A-9552-4858-92F8-FB441C3A45A5}"/>
              </a:ext>
            </a:extLst>
          </p:cNvPr>
          <p:cNvSpPr>
            <a:spLocks noGrp="1"/>
          </p:cNvSpPr>
          <p:nvPr>
            <p:ph type="body" sz="quarter" idx="15"/>
          </p:nvPr>
        </p:nvSpPr>
        <p:spPr>
          <a:xfrm>
            <a:off x="1078157" y="4698173"/>
            <a:ext cx="5716339" cy="658674"/>
          </a:xfrm>
        </p:spPr>
        <p:txBody>
          <a:bodyPr>
            <a:normAutofit/>
          </a:bodyPr>
          <a:lstStyle>
            <a:lvl1pPr marL="0" indent="0" algn="ctr">
              <a:buNone/>
              <a:defRPr lang="en-US" sz="2000" kern="1200" dirty="0" smtClean="0">
                <a:solidFill>
                  <a:schemeClr val="bg1"/>
                </a:solidFill>
                <a:latin typeface="+mn-lt"/>
                <a:ea typeface="+mn-ea"/>
                <a:cs typeface="+mn-cs"/>
              </a:defRPr>
            </a:lvl1pPr>
            <a:lvl2pPr marL="274320" indent="0">
              <a:buNone/>
              <a:defRPr/>
            </a:lvl2pPr>
          </a:lstStyle>
          <a:p>
            <a:pPr lvl="0"/>
            <a:r>
              <a:rPr lang="en-US" dirty="0"/>
              <a:t>Click to edit Master text styles</a:t>
            </a:r>
          </a:p>
        </p:txBody>
      </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914400">
              <a:defRPr/>
            </a:pPr>
            <a:r>
              <a:rPr lang="en-US">
                <a:solidFill>
                  <a:schemeClr val="bg1"/>
                </a:solidFill>
              </a:rPr>
              <a:t>Sample </a:t>
            </a:r>
            <a:r>
              <a:rPr lang="en-US" dirty="0">
                <a:solidFill>
                  <a:schemeClr val="bg1"/>
                </a:solidFill>
              </a:rPr>
              <a:t>Footer Text</a:t>
            </a: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419974" y="621784"/>
            <a:ext cx="1989495" cy="2843222"/>
          </a:xfrm>
        </p:spPr>
        <p:txBody>
          <a:bodyPr/>
          <a:lstStyle/>
          <a:p>
            <a:endParaRPr lang="en-US" dirty="0"/>
          </a:p>
        </p:txBody>
      </p:sp>
      <p:sp>
        <p:nvSpPr>
          <p:cNvPr id="37" name="Picture Placeholder 21">
            <a:extLst>
              <a:ext uri="{FF2B5EF4-FFF2-40B4-BE49-F238E27FC236}">
                <a16:creationId xmlns:a16="http://schemas.microsoft.com/office/drawing/2014/main" id="{F268C43A-0DA4-4ECC-A368-08AB69EDAE79}"/>
              </a:ext>
            </a:extLst>
          </p:cNvPr>
          <p:cNvSpPr>
            <a:spLocks noGrp="1"/>
          </p:cNvSpPr>
          <p:nvPr>
            <p:ph type="pic" sz="quarter" idx="16"/>
          </p:nvPr>
        </p:nvSpPr>
        <p:spPr>
          <a:xfrm>
            <a:off x="9570334" y="627380"/>
            <a:ext cx="1980056" cy="2837626"/>
          </a:xfrm>
        </p:spPr>
        <p:txBody>
          <a:bodyPr/>
          <a:lstStyle/>
          <a:p>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432093" y="3636193"/>
            <a:ext cx="4123320" cy="2594427"/>
          </a:xfrm>
        </p:spPr>
        <p:txBody>
          <a:bodyPr/>
          <a:lstStyle/>
          <a:p>
            <a:endParaRPr lang="en-US" dirty="0"/>
          </a:p>
        </p:txBody>
      </p:sp>
      <p:grpSp>
        <p:nvGrpSpPr>
          <p:cNvPr id="3" name="Group 2">
            <a:extLst>
              <a:ext uri="{FF2B5EF4-FFF2-40B4-BE49-F238E27FC236}">
                <a16:creationId xmlns:a16="http://schemas.microsoft.com/office/drawing/2014/main" id="{57F02ED2-9B1A-40C8-A5F7-4473CAA3C0B2}"/>
              </a:ext>
              <a:ext uri="{C183D7F6-B498-43B3-948B-1728B52AA6E4}">
                <adec:decorative xmlns:adec="http://schemas.microsoft.com/office/drawing/2017/decorative" val="1"/>
              </a:ext>
            </a:extLst>
          </p:cNvPr>
          <p:cNvGrpSpPr/>
          <p:nvPr userDrawn="1"/>
        </p:nvGrpSpPr>
        <p:grpSpPr>
          <a:xfrm>
            <a:off x="3137361" y="446823"/>
            <a:ext cx="1691640" cy="645295"/>
            <a:chOff x="3137361" y="446823"/>
            <a:chExt cx="1691640" cy="645295"/>
          </a:xfrm>
        </p:grpSpPr>
        <p:cxnSp>
          <p:nvCxnSpPr>
            <p:cNvPr id="25" name="Straight Connector 24">
              <a:extLst>
                <a:ext uri="{FF2B5EF4-FFF2-40B4-BE49-F238E27FC236}">
                  <a16:creationId xmlns:a16="http://schemas.microsoft.com/office/drawing/2014/main" id="{ED8AC6A1-19DE-4EAE-91E5-A9E82CEA38BC}"/>
                </a:ext>
                <a:ext uri="{C183D7F6-B498-43B3-948B-1728B52AA6E4}">
                  <adec:decorative xmlns:adec="http://schemas.microsoft.com/office/drawing/2017/decorative" val="1"/>
                </a:ext>
              </a:extLst>
            </p:cNvPr>
            <p:cNvCxnSpPr/>
            <p:nvPr userDrawn="1"/>
          </p:nvCxnSpPr>
          <p:spPr>
            <a:xfrm>
              <a:off x="313736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AC828E-AA99-4E2C-A30C-D8B9DFF16817}"/>
                </a:ext>
                <a:ext uri="{C183D7F6-B498-43B3-948B-1728B52AA6E4}">
                  <adec:decorative xmlns:adec="http://schemas.microsoft.com/office/drawing/2017/decorative" val="1"/>
                </a:ext>
              </a:extLst>
            </p:cNvPr>
            <p:cNvCxnSpPr/>
            <p:nvPr userDrawn="1"/>
          </p:nvCxnSpPr>
          <p:spPr>
            <a:xfrm>
              <a:off x="482900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62D63C1-826F-42FC-9EC1-0320620BB119}"/>
                </a:ext>
                <a:ext uri="{C183D7F6-B498-43B3-948B-1728B52AA6E4}">
                  <adec:decorative xmlns:adec="http://schemas.microsoft.com/office/drawing/2017/decorative" val="1"/>
                </a:ext>
              </a:extLst>
            </p:cNvPr>
            <p:cNvCxnSpPr/>
            <p:nvPr userDrawn="1"/>
          </p:nvCxnSpPr>
          <p:spPr>
            <a:xfrm>
              <a:off x="3137361"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16126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ED0543DF-8CFA-4CBD-AF23-D059985D344D}"/>
              </a:ext>
            </a:extLst>
          </p:cNvPr>
          <p:cNvSpPr>
            <a:spLocks noGrp="1"/>
          </p:cNvSpPr>
          <p:nvPr>
            <p:ph type="pic" sz="quarter" idx="14"/>
          </p:nvPr>
        </p:nvSpPr>
        <p:spPr>
          <a:xfrm>
            <a:off x="0" y="0"/>
            <a:ext cx="12192000" cy="6858000"/>
          </a:xfrm>
          <a:custGeom>
            <a:avLst/>
            <a:gdLst>
              <a:gd name="connsiteX0" fmla="*/ 937329 w 12192000"/>
              <a:gd name="connsiteY0" fmla="*/ 941695 h 6858000"/>
              <a:gd name="connsiteX1" fmla="*/ 937329 w 12192000"/>
              <a:gd name="connsiteY1" fmla="*/ 5916305 h 6858000"/>
              <a:gd name="connsiteX2" fmla="*/ 6389856 w 12192000"/>
              <a:gd name="connsiteY2" fmla="*/ 5916305 h 6858000"/>
              <a:gd name="connsiteX3" fmla="*/ 6389856 w 12192000"/>
              <a:gd name="connsiteY3" fmla="*/ 94169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37329" y="941695"/>
                </a:moveTo>
                <a:lnTo>
                  <a:pt x="937329" y="5916305"/>
                </a:lnTo>
                <a:lnTo>
                  <a:pt x="6389856" y="5916305"/>
                </a:lnTo>
                <a:lnTo>
                  <a:pt x="6389856" y="941695"/>
                </a:lnTo>
                <a:close/>
                <a:moveTo>
                  <a:pt x="0" y="0"/>
                </a:moveTo>
                <a:lnTo>
                  <a:pt x="12192000" y="0"/>
                </a:lnTo>
                <a:lnTo>
                  <a:pt x="12192000" y="6858000"/>
                </a:lnTo>
                <a:lnTo>
                  <a:pt x="0" y="6858000"/>
                </a:lnTo>
                <a:close/>
              </a:path>
            </a:pathLst>
          </a:custGeom>
        </p:spPr>
        <p:txBody>
          <a:bodyPr wrap="square">
            <a:noAutofit/>
          </a:bodyPr>
          <a:lstStyle/>
          <a:p>
            <a:endParaRPr lang="en-US" dirty="0"/>
          </a:p>
        </p:txBody>
      </p:sp>
      <p:sp>
        <p:nvSpPr>
          <p:cNvPr id="21" name="Rectangle 20">
            <a:extLst>
              <a:ext uri="{FF2B5EF4-FFF2-40B4-BE49-F238E27FC236}">
                <a16:creationId xmlns:a16="http://schemas.microsoft.com/office/drawing/2014/main" id="{A61A2AD8-D5EA-48FD-B19E-788E4D9782BB}"/>
              </a:ext>
              <a:ext uri="{C183D7F6-B498-43B3-948B-1728B52AA6E4}">
                <adec:decorative xmlns:adec="http://schemas.microsoft.com/office/drawing/2017/decorative" val="1"/>
              </a:ext>
            </a:extLst>
          </p:cNvPr>
          <p:cNvSpPr/>
          <p:nvPr userDrawn="1"/>
        </p:nvSpPr>
        <p:spPr>
          <a:xfrm>
            <a:off x="937329" y="941695"/>
            <a:ext cx="5452527" cy="4974610"/>
          </a:xfrm>
          <a:prstGeom prst="rect">
            <a:avLst/>
          </a:prstGeom>
          <a:solidFill>
            <a:schemeClr val="tx1">
              <a:lumMod val="75000"/>
              <a:lumOff val="25000"/>
            </a:schemeClr>
          </a:solidFill>
          <a:ln w="6350" cap="sq" cmpd="sng" algn="ctr">
            <a:noFill/>
            <a:prstDash val="solid"/>
            <a:miter lim="800000"/>
          </a:ln>
          <a:effectLst/>
        </p:spPr>
        <p:txBody>
          <a:bodyPr/>
          <a:lstStyle/>
          <a:p>
            <a:endParaRPr lang="en-IN"/>
          </a:p>
        </p:txBody>
      </p:sp>
      <p:sp>
        <p:nvSpPr>
          <p:cNvPr id="23" name="Rectangle 22">
            <a:extLst>
              <a:ext uri="{FF2B5EF4-FFF2-40B4-BE49-F238E27FC236}">
                <a16:creationId xmlns:a16="http://schemas.microsoft.com/office/drawing/2014/main" id="{0682D9D6-0C91-4BAA-B631-B4A597F6D49E}"/>
              </a:ext>
              <a:ext uri="{C183D7F6-B498-43B3-948B-1728B52AA6E4}">
                <adec:decorative xmlns:adec="http://schemas.microsoft.com/office/drawing/2017/decorative" val="1"/>
              </a:ext>
            </a:extLst>
          </p:cNvPr>
          <p:cNvSpPr/>
          <p:nvPr userDrawn="1"/>
        </p:nvSpPr>
        <p:spPr>
          <a:xfrm>
            <a:off x="1103272" y="1106424"/>
            <a:ext cx="5120640" cy="4645152"/>
          </a:xfrm>
          <a:prstGeom prst="rect">
            <a:avLst/>
          </a:prstGeom>
          <a:noFill/>
          <a:ln w="6350" cap="sq" cmpd="sng" algn="ctr">
            <a:solidFill>
              <a:schemeClr val="bg1"/>
            </a:solidFill>
            <a:prstDash val="solid"/>
            <a:miter lim="800000"/>
          </a:ln>
          <a:effectLst>
            <a:softEdge rad="0"/>
          </a:effectLst>
        </p:spPr>
        <p:txBody>
          <a:bodyPr/>
          <a:lstStyle/>
          <a:p>
            <a:endParaRPr lang="en-IN"/>
          </a:p>
        </p:txBody>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1357950" y="2197853"/>
            <a:ext cx="4633415" cy="851219"/>
          </a:xfrm>
        </p:spPr>
        <p:txBody>
          <a:bodyPr/>
          <a:lstStyle>
            <a:lvl1pPr algn="ctr">
              <a:defRPr>
                <a:solidFill>
                  <a:schemeClr val="bg1"/>
                </a:solidFill>
              </a:defRPr>
            </a:lvl1pPr>
          </a:lstStyle>
          <a:p>
            <a:r>
              <a:rPr lang="en-US" dirty="0"/>
              <a:t>Click to edit</a:t>
            </a:r>
          </a:p>
        </p:txBody>
      </p:sp>
      <p:sp>
        <p:nvSpPr>
          <p:cNvPr id="25" name="Date Placeholder 7">
            <a:extLst>
              <a:ext uri="{FF2B5EF4-FFF2-40B4-BE49-F238E27FC236}">
                <a16:creationId xmlns:a16="http://schemas.microsoft.com/office/drawing/2014/main" id="{53A572F0-78E4-4979-BD85-E9F315B0C605}"/>
              </a:ext>
            </a:extLst>
          </p:cNvPr>
          <p:cNvSpPr>
            <a:spLocks noGrp="1"/>
          </p:cNvSpPr>
          <p:nvPr>
            <p:ph type="dt" sz="half" idx="10"/>
          </p:nvPr>
        </p:nvSpPr>
        <p:spPr>
          <a:xfrm>
            <a:off x="2291992" y="1162386"/>
            <a:ext cx="2743200" cy="256032"/>
          </a:xfrm>
        </p:spPr>
        <p:txBody>
          <a:bodyPr/>
          <a:lstStyle>
            <a:lvl1pPr>
              <a:defRPr>
                <a:solidFill>
                  <a:schemeClr val="bg1"/>
                </a:solidFill>
              </a:defRPr>
            </a:lvl1pPr>
          </a:lstStyle>
          <a:p>
            <a:pPr algn="ctr"/>
            <a:r>
              <a:rPr lang="en-US"/>
              <a:t>20XX</a:t>
            </a:r>
            <a:endParaRPr lang="en-US" dirty="0"/>
          </a:p>
        </p:txBody>
      </p:sp>
      <p:sp>
        <p:nvSpPr>
          <p:cNvPr id="4" name="Content Placeholder 3">
            <a:extLst>
              <a:ext uri="{FF2B5EF4-FFF2-40B4-BE49-F238E27FC236}">
                <a16:creationId xmlns:a16="http://schemas.microsoft.com/office/drawing/2014/main" id="{856F1164-CE64-4728-83B0-E5316C16DF29}"/>
              </a:ext>
            </a:extLst>
          </p:cNvPr>
          <p:cNvSpPr>
            <a:spLocks noGrp="1"/>
          </p:cNvSpPr>
          <p:nvPr>
            <p:ph sz="quarter" idx="16"/>
          </p:nvPr>
        </p:nvSpPr>
        <p:spPr>
          <a:xfrm>
            <a:off x="1357313" y="3308350"/>
            <a:ext cx="4633912" cy="2141632"/>
          </a:xfrm>
        </p:spPr>
        <p:txBody>
          <a:bodyPr/>
          <a:lstStyle>
            <a:lvl1pPr marL="0" indent="0" algn="ctr">
              <a:buNone/>
              <a:defRPr baseline="0">
                <a:solidFill>
                  <a:schemeClr val="bg1"/>
                </a:solidFill>
              </a:defRPr>
            </a:lvl1pPr>
            <a:lvl2pPr marL="274320" indent="0" algn="ctr">
              <a:buNone/>
              <a:defRPr baseline="0">
                <a:solidFill>
                  <a:schemeClr val="bg1"/>
                </a:solidFill>
              </a:defRPr>
            </a:lvl2pPr>
            <a:lvl3pPr marL="548640" indent="0">
              <a:buNone/>
              <a:defRPr>
                <a:solidFill>
                  <a:schemeClr val="bg1"/>
                </a:solidFill>
              </a:defRPr>
            </a:lvl3pPr>
            <a:lvl4pPr marL="822960" indent="0">
              <a:buNone/>
              <a:defRPr>
                <a:solidFill>
                  <a:schemeClr val="bg1"/>
                </a:solidFill>
              </a:defRPr>
            </a:lvl4pPr>
            <a:lvl5pPr marL="1097280" indent="0">
              <a:buNone/>
              <a:defRPr>
                <a:solidFill>
                  <a:schemeClr val="bg1"/>
                </a:solidFill>
              </a:defRPr>
            </a:lvl5pPr>
          </a:lstStyle>
          <a:p>
            <a:pPr lvl="0"/>
            <a:r>
              <a:rPr lang="en-US" dirty="0"/>
              <a:t>Click to edit Master text styles</a:t>
            </a:r>
          </a:p>
          <a:p>
            <a:pPr lvl="1"/>
            <a:endParaRPr lang="en-US" dirty="0"/>
          </a:p>
        </p:txBody>
      </p:sp>
      <p:sp>
        <p:nvSpPr>
          <p:cNvPr id="27" name="Footer Placeholder 8">
            <a:extLst>
              <a:ext uri="{FF2B5EF4-FFF2-40B4-BE49-F238E27FC236}">
                <a16:creationId xmlns:a16="http://schemas.microsoft.com/office/drawing/2014/main" id="{DEA4EBDD-4088-4396-BD3F-3AB4BEFB205C}"/>
              </a:ext>
            </a:extLst>
          </p:cNvPr>
          <p:cNvSpPr>
            <a:spLocks noGrp="1"/>
          </p:cNvSpPr>
          <p:nvPr>
            <p:ph type="ftr" sz="quarter" idx="11"/>
          </p:nvPr>
        </p:nvSpPr>
        <p:spPr>
          <a:xfrm>
            <a:off x="1357950" y="5472763"/>
            <a:ext cx="4636008" cy="256032"/>
          </a:xfrm>
        </p:spPr>
        <p:txBody>
          <a:bodyPr/>
          <a:lstStyle>
            <a:lvl1pPr algn="ctr">
              <a:defRPr>
                <a:solidFill>
                  <a:schemeClr val="bg1"/>
                </a:solidFill>
              </a:defRPr>
            </a:lvl1pPr>
          </a:lstStyle>
          <a:p>
            <a:r>
              <a:rPr lang="en-US"/>
              <a:t>Sample </a:t>
            </a:r>
            <a:r>
              <a:rPr lang="en-US" dirty="0"/>
              <a:t>Footer Text</a:t>
            </a:r>
          </a:p>
        </p:txBody>
      </p:sp>
    </p:spTree>
    <p:extLst>
      <p:ext uri="{BB962C8B-B14F-4D97-AF65-F5344CB8AC3E}">
        <p14:creationId xmlns:p14="http://schemas.microsoft.com/office/powerpoint/2010/main" val="3848941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r>
              <a:rPr lang="en-US"/>
              <a:t>20XX</a:t>
            </a:r>
            <a:endParaRPr lang="en-US" dirty="0"/>
          </a:p>
        </p:txBody>
      </p:sp>
      <p:sp>
        <p:nvSpPr>
          <p:cNvPr id="6" name="Footer Placeholder 5"/>
          <p:cNvSpPr>
            <a:spLocks noGrp="1"/>
          </p:cNvSpPr>
          <p:nvPr>
            <p:ph type="ftr" sz="quarter" idx="11"/>
          </p:nvPr>
        </p:nvSpPr>
        <p:spPr/>
        <p:txBody>
          <a:bodyPr/>
          <a:lstStyle/>
          <a:p>
            <a:r>
              <a:rPr lang="en-US"/>
              <a:t>Sample </a:t>
            </a:r>
            <a:r>
              <a:rPr lang="en-US" dirty="0"/>
              <a:t>Footer Text</a:t>
            </a:r>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698904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a:t>Sample </a:t>
            </a:r>
            <a:r>
              <a:rPr lang="en-US" dirty="0"/>
              <a:t>Footer Text</a:t>
            </a:r>
          </a:p>
        </p:txBody>
      </p:sp>
      <p:sp>
        <p:nvSpPr>
          <p:cNvPr id="7" name="Date Placeholder 6"/>
          <p:cNvSpPr>
            <a:spLocks noGrp="1"/>
          </p:cNvSpPr>
          <p:nvPr>
            <p:ph type="dt" sz="half" idx="10"/>
          </p:nvPr>
        </p:nvSpPr>
        <p:spPr/>
        <p:txBody>
          <a:bodyPr/>
          <a:lstStyle>
            <a:lvl1pPr>
              <a:defRPr/>
            </a:lvl1pPr>
          </a:lstStyle>
          <a:p>
            <a:r>
              <a:rPr lang="en-US"/>
              <a:t>20XX</a:t>
            </a:r>
            <a:endParaRPr lang="en-US" dirty="0"/>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405649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3053588"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3053588"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69206" y="2074334"/>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69206" y="2792471"/>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A6D68D58-C9C7-41A5-9F66-57C5771B3920}"/>
              </a:ext>
            </a:extLst>
          </p:cNvPr>
          <p:cNvSpPr>
            <a:spLocks noGrp="1"/>
          </p:cNvSpPr>
          <p:nvPr>
            <p:ph type="body" sz="quarter" idx="13"/>
          </p:nvPr>
        </p:nvSpPr>
        <p:spPr>
          <a:xfrm>
            <a:off x="8068564" y="2073651"/>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5">
            <a:extLst>
              <a:ext uri="{FF2B5EF4-FFF2-40B4-BE49-F238E27FC236}">
                <a16:creationId xmlns:a16="http://schemas.microsoft.com/office/drawing/2014/main" id="{F3692324-6EEB-4C0A-BF90-7A27FBF6D7BD}"/>
              </a:ext>
            </a:extLst>
          </p:cNvPr>
          <p:cNvSpPr>
            <a:spLocks noGrp="1"/>
          </p:cNvSpPr>
          <p:nvPr>
            <p:ph sz="quarter" idx="14"/>
          </p:nvPr>
        </p:nvSpPr>
        <p:spPr>
          <a:xfrm>
            <a:off x="8068564" y="2791788"/>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r>
              <a:rPr lang="en-US"/>
              <a:t>Sample </a:t>
            </a:r>
            <a:r>
              <a:rPr lang="en-US" dirty="0"/>
              <a:t>Footer Text</a:t>
            </a:r>
          </a:p>
        </p:txBody>
      </p:sp>
      <p:sp>
        <p:nvSpPr>
          <p:cNvPr id="7" name="Date Placeholder 6"/>
          <p:cNvSpPr>
            <a:spLocks noGrp="1"/>
          </p:cNvSpPr>
          <p:nvPr>
            <p:ph type="dt" sz="half" idx="10"/>
          </p:nvPr>
        </p:nvSpPr>
        <p:spPr/>
        <p:txBody>
          <a:bodyPr/>
          <a:lstStyle>
            <a:lvl1pPr>
              <a:defRPr/>
            </a:lvl1pPr>
          </a:lstStyle>
          <a:p>
            <a:r>
              <a:rPr lang="en-US"/>
              <a:t>20XX</a:t>
            </a:r>
            <a:endParaRPr lang="en-US" dirty="0"/>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472762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r>
              <a:rPr lang="en-US"/>
              <a:t>20XX</a:t>
            </a:r>
            <a:endParaRPr lang="en-US" dirty="0"/>
          </a:p>
        </p:txBody>
      </p:sp>
      <p:sp>
        <p:nvSpPr>
          <p:cNvPr id="4" name="Footer Placeholder 3"/>
          <p:cNvSpPr>
            <a:spLocks noGrp="1"/>
          </p:cNvSpPr>
          <p:nvPr>
            <p:ph type="ftr" sz="quarter" idx="11"/>
          </p:nvPr>
        </p:nvSpPr>
        <p:spPr/>
        <p:txBody>
          <a:bodyPr/>
          <a:lstStyle/>
          <a:p>
            <a:r>
              <a:rPr lang="en-US"/>
              <a:t>Sample </a:t>
            </a:r>
            <a:r>
              <a:rPr lang="en-US" dirty="0"/>
              <a:t>Footer Text</a:t>
            </a:r>
          </a:p>
        </p:txBody>
      </p:sp>
      <p:sp>
        <p:nvSpPr>
          <p:cNvPr id="5" name="Slide Number Placeholder 4"/>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838437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a:t>20XX</a:t>
            </a:r>
            <a:endParaRPr lang="en-US" dirty="0"/>
          </a:p>
        </p:txBody>
      </p:sp>
      <p:sp>
        <p:nvSpPr>
          <p:cNvPr id="3" name="Footer Placeholder 2"/>
          <p:cNvSpPr>
            <a:spLocks noGrp="1"/>
          </p:cNvSpPr>
          <p:nvPr>
            <p:ph type="ftr" sz="quarter" idx="11"/>
          </p:nvPr>
        </p:nvSpPr>
        <p:spPr/>
        <p:txBody>
          <a:bodyPr/>
          <a:lstStyle/>
          <a:p>
            <a:r>
              <a:rPr lang="en-US"/>
              <a:t>Sample </a:t>
            </a:r>
            <a:r>
              <a:rPr lang="en-US" dirty="0"/>
              <a:t>Footer Text</a:t>
            </a:r>
          </a:p>
        </p:txBody>
      </p:sp>
      <p:sp>
        <p:nvSpPr>
          <p:cNvPr id="4" name="Slide Number Placeholder 3"/>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69217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r>
              <a:rPr lang="en-US"/>
              <a:t>20XX</a:t>
            </a:r>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r>
              <a:rPr lang="en-US"/>
              <a:t>Sample </a:t>
            </a:r>
            <a:r>
              <a:rPr lang="en-US" dirty="0"/>
              <a:t>Footer Text</a:t>
            </a:r>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3641894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r>
              <a:rPr lang="en-US"/>
              <a:t>20XX</a:t>
            </a:r>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r>
              <a:rPr lang="en-US"/>
              <a:t>Sample </a:t>
            </a:r>
            <a:r>
              <a:rPr lang="en-US" dirty="0"/>
              <a:t>Footer Text</a:t>
            </a:r>
          </a:p>
        </p:txBody>
      </p:sp>
      <p:sp>
        <p:nvSpPr>
          <p:cNvPr id="7" name="Slide Number Placeholder 6"/>
          <p:cNvSpPr>
            <a:spLocks noGrp="1"/>
          </p:cNvSpPr>
          <p:nvPr>
            <p:ph type="sldNum" sz="quarter" idx="12"/>
          </p:nvPr>
        </p:nvSpPr>
        <p:spPr>
          <a:xfrm>
            <a:off x="10396728" y="6035040"/>
            <a:ext cx="1225296" cy="365760"/>
          </a:xfrm>
        </p:spPr>
        <p:txBody>
          <a:bodyPr/>
          <a:lstStyle/>
          <a:p>
            <a:fld id="{294A09A9-5501-47C1-A89A-A340965A2BE2}"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63324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txBody>
          <a:bodyPr/>
          <a:lstStyle/>
          <a:p>
            <a:endParaRPr lang="en-IN"/>
          </a:p>
        </p:txBody>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txBody>
          <a:bodyPr/>
          <a:lstStyle/>
          <a:p>
            <a:endParaRPr lang="en-IN"/>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r>
              <a:rPr lang="en-US"/>
              <a:t>Sample </a:t>
            </a:r>
            <a:r>
              <a:rPr lang="en-US" dirty="0"/>
              <a:t>Footer Text</a:t>
            </a:r>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3441091781"/>
      </p:ext>
    </p:extLst>
  </p:cSld>
  <p:clrMap bg1="lt1" tx1="dk1" bg2="lt2" tx2="dk2" accent1="accent1" accent2="accent2" accent3="accent3" accent4="accent4" accent5="accent5" accent6="accent6" hlink="hlink" folHlink="folHlink"/>
  <p:sldLayoutIdLst>
    <p:sldLayoutId id="2147483659" r:id="rId1"/>
    <p:sldLayoutId id="2147483671" r:id="rId2"/>
    <p:sldLayoutId id="2147483660" r:id="rId3"/>
    <p:sldLayoutId id="2147483676" r:id="rId4"/>
    <p:sldLayoutId id="2147483673" r:id="rId5"/>
    <p:sldLayoutId id="2147483677" r:id="rId6"/>
    <p:sldLayoutId id="2147483672" r:id="rId7"/>
    <p:sldLayoutId id="2147483675" r:id="rId8"/>
    <p:sldLayoutId id="2147483678" r:id="rId9"/>
    <p:sldLayoutId id="2147483662" r:id="rId10"/>
    <p:sldLayoutId id="2147483663" r:id="rId11"/>
    <p:sldLayoutId id="2147483670" r:id="rId12"/>
    <p:sldLayoutId id="2147483664" r:id="rId13"/>
    <p:sldLayoutId id="2147483665" r:id="rId14"/>
    <p:sldLayoutId id="2147483666" r:id="rId15"/>
    <p:sldLayoutId id="2147483667" r:id="rId16"/>
  </p:sldLayoutIdLst>
  <p:hf hd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4632121" y="1420223"/>
            <a:ext cx="2927757" cy="391799"/>
          </a:xfrm>
        </p:spPr>
        <p:txBody>
          <a:bodyPr>
            <a:normAutofit fontScale="90000"/>
          </a:bodyPr>
          <a:lstStyle/>
          <a:p>
            <a:r>
              <a:rPr lang="en-US" sz="2800" dirty="0"/>
              <a:t>Group No :19</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2189527" y="1980304"/>
            <a:ext cx="7516069" cy="930173"/>
          </a:xfrm>
        </p:spPr>
        <p:txBody>
          <a:bodyPr>
            <a:noAutofit/>
          </a:bodyPr>
          <a:lstStyle/>
          <a:p>
            <a:r>
              <a:rPr lang="en-US" sz="2800"/>
              <a:t>Problem Statement : </a:t>
            </a:r>
            <a:r>
              <a:rPr lang="en-IN" sz="2800"/>
              <a:t>Music Genre Classification</a:t>
            </a:r>
            <a:endParaRPr lang="en-US" sz="2800" dirty="0"/>
          </a:p>
          <a:p>
            <a:endParaRPr lang="en-US" sz="2800" dirty="0"/>
          </a:p>
        </p:txBody>
      </p:sp>
      <p:sp>
        <p:nvSpPr>
          <p:cNvPr id="5" name="Subtitle 2">
            <a:extLst>
              <a:ext uri="{FF2B5EF4-FFF2-40B4-BE49-F238E27FC236}">
                <a16:creationId xmlns:a16="http://schemas.microsoft.com/office/drawing/2014/main" id="{9E658470-4DC1-2A14-2EC7-5C9EB552B1B7}"/>
              </a:ext>
            </a:extLst>
          </p:cNvPr>
          <p:cNvSpPr txBox="1">
            <a:spLocks/>
          </p:cNvSpPr>
          <p:nvPr/>
        </p:nvSpPr>
        <p:spPr>
          <a:xfrm>
            <a:off x="1568853" y="2613672"/>
            <a:ext cx="8936846" cy="2151275"/>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800" kern="1200" spc="80" baseline="0">
                <a:solidFill>
                  <a:schemeClr val="tx1">
                    <a:lumMod val="95000"/>
                    <a:lumOff val="5000"/>
                  </a:schemeClr>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pPr marL="285750" indent="-285750">
              <a:buFont typeface="Arial" panose="020B0604020202020204" pitchFamily="34" charset="0"/>
              <a:buChar char="•"/>
            </a:pPr>
            <a:r>
              <a:rPr lang="en-US" sz="2000"/>
              <a:t>Music genre classification is the task </a:t>
            </a:r>
            <a:r>
              <a:rPr lang="en-US" sz="2000" dirty="0"/>
              <a:t>of automatically identifying the genre of </a:t>
            </a:r>
            <a:r>
              <a:rPr lang="en-US" sz="2000"/>
              <a:t>a music track based </a:t>
            </a:r>
            <a:r>
              <a:rPr lang="en-US" sz="2000" dirty="0"/>
              <a:t>on </a:t>
            </a:r>
            <a:r>
              <a:rPr lang="en-US" sz="2000"/>
              <a:t>audio characteristics.</a:t>
            </a:r>
            <a:endParaRPr lang="en-US" sz="2000" dirty="0"/>
          </a:p>
          <a:p>
            <a:pPr marL="285750" indent="-285750">
              <a:buFont typeface="Arial" panose="020B0604020202020204" pitchFamily="34" charset="0"/>
              <a:buChar char="•"/>
            </a:pPr>
            <a:r>
              <a:rPr lang="en-US" sz="2000"/>
              <a:t>With millions of songs </a:t>
            </a:r>
            <a:r>
              <a:rPr lang="en-US" sz="2000" dirty="0"/>
              <a:t>available online, manual </a:t>
            </a:r>
            <a:r>
              <a:rPr lang="en-US" sz="2000"/>
              <a:t>categorization becomes </a:t>
            </a:r>
            <a:r>
              <a:rPr lang="en-US" sz="2000" dirty="0"/>
              <a:t>inefficient.</a:t>
            </a:r>
          </a:p>
          <a:p>
            <a:pPr marL="285750" indent="-285750">
              <a:buFont typeface="Arial" panose="020B0604020202020204" pitchFamily="34" charset="0"/>
              <a:buChar char="•"/>
            </a:pPr>
            <a:r>
              <a:rPr lang="en-US" sz="2000" dirty="0"/>
              <a:t>Machine </a:t>
            </a:r>
            <a:r>
              <a:rPr lang="en-US" sz="2000"/>
              <a:t>learning helps automatically classify music based on patterns in sound signals.</a:t>
            </a:r>
            <a:endParaRPr lang="en-US" sz="2000" dirty="0"/>
          </a:p>
        </p:txBody>
      </p:sp>
      <p:sp>
        <p:nvSpPr>
          <p:cNvPr id="6" name="Subtitle 2">
            <a:extLst>
              <a:ext uri="{FF2B5EF4-FFF2-40B4-BE49-F238E27FC236}">
                <a16:creationId xmlns:a16="http://schemas.microsoft.com/office/drawing/2014/main" id="{5F038CA2-098D-B5C1-11C3-94B4180D4AF6}"/>
              </a:ext>
            </a:extLst>
          </p:cNvPr>
          <p:cNvSpPr txBox="1">
            <a:spLocks/>
          </p:cNvSpPr>
          <p:nvPr/>
        </p:nvSpPr>
        <p:spPr>
          <a:xfrm>
            <a:off x="1318525" y="4498037"/>
            <a:ext cx="9554949" cy="1646537"/>
          </a:xfrm>
          <a:prstGeom prst="rect">
            <a:avLst/>
          </a:prstGeom>
        </p:spPr>
        <p:txBody>
          <a:bodyPr vert="horz" lIns="91440" tIns="45720" rIns="91440" bIns="45720" rtlCol="0">
            <a:noAutofit/>
          </a:bodyPr>
          <a:lstStyle>
            <a:lvl1pPr marL="0" indent="0" algn="ctr" defTabSz="914400" rtl="0" eaLnBrk="1" latinLnBrk="0" hangingPunct="1">
              <a:lnSpc>
                <a:spcPct val="100000"/>
              </a:lnSpc>
              <a:spcBef>
                <a:spcPts val="0"/>
              </a:spcBef>
              <a:spcAft>
                <a:spcPts val="0"/>
              </a:spcAft>
              <a:buClr>
                <a:schemeClr val="tx1">
                  <a:lumMod val="85000"/>
                  <a:lumOff val="15000"/>
                </a:schemeClr>
              </a:buClr>
              <a:buFont typeface="Garamond" pitchFamily="18" charset="0"/>
              <a:buNone/>
              <a:defRPr sz="1800" kern="1200" spc="80" baseline="0">
                <a:solidFill>
                  <a:schemeClr val="tx1">
                    <a:lumMod val="95000"/>
                    <a:lumOff val="5000"/>
                  </a:schemeClr>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US" sz="2000"/>
              <a:t>Applications:</a:t>
            </a:r>
            <a:endParaRPr lang="en-US" sz="2000" dirty="0"/>
          </a:p>
          <a:p>
            <a:r>
              <a:rPr lang="en-US" sz="2000"/>
              <a:t>➤Music streaming platforms </a:t>
            </a:r>
            <a:endParaRPr lang="en-US" sz="2000" dirty="0"/>
          </a:p>
          <a:p>
            <a:r>
              <a:rPr lang="en-US" sz="2000" dirty="0"/>
              <a:t>➤</a:t>
            </a:r>
            <a:r>
              <a:rPr lang="en-US" sz="2000"/>
              <a:t>Recommendation systems </a:t>
            </a:r>
            <a:endParaRPr lang="en-US" sz="2000" dirty="0"/>
          </a:p>
          <a:p>
            <a:endParaRPr lang="en-US" sz="2000" dirty="0"/>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580238" y="562784"/>
            <a:ext cx="1366007" cy="431197"/>
          </a:xfrm>
        </p:spPr>
        <p:txBody>
          <a:bodyPr>
            <a:normAutofit/>
          </a:bodyPr>
          <a:lstStyle/>
          <a:p>
            <a:r>
              <a:rPr lang="en-US" sz="2400" dirty="0"/>
              <a:t>Objective</a:t>
            </a:r>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sz="half" idx="2"/>
          </p:nvPr>
        </p:nvSpPr>
        <p:spPr>
          <a:xfrm>
            <a:off x="580238" y="1393853"/>
            <a:ext cx="10306653" cy="4367380"/>
          </a:xfrm>
        </p:spPr>
        <p:txBody>
          <a:bodyPr vert="horz" lIns="91440" tIns="45720" rIns="91440" bIns="45720" rtlCol="0" anchor="t">
            <a:noAutofit/>
          </a:bodyPr>
          <a:lstStyle/>
          <a:p>
            <a:r>
              <a:rPr lang="en-US" sz="2000" dirty="0"/>
              <a:t>Goal:</a:t>
            </a:r>
            <a:br>
              <a:rPr lang="en-US" sz="2000" dirty="0"/>
            </a:br>
            <a:r>
              <a:rPr lang="en-US" sz="2000" dirty="0"/>
              <a:t>Build a machine learning model </a:t>
            </a:r>
            <a:r>
              <a:rPr lang="en-US" sz="2000"/>
              <a:t>that predicts </a:t>
            </a:r>
            <a:r>
              <a:rPr lang="en-US" sz="2000" dirty="0"/>
              <a:t>the genre </a:t>
            </a:r>
            <a:r>
              <a:rPr lang="en-US" sz="2000"/>
              <a:t>of music using audio features.</a:t>
            </a:r>
            <a:endParaRPr lang="en-US" sz="2000" dirty="0"/>
          </a:p>
          <a:p>
            <a:r>
              <a:rPr lang="en-IN" sz="2000" dirty="0"/>
              <a:t>Input:</a:t>
            </a:r>
            <a:br>
              <a:rPr lang="en-IN" sz="2000" dirty="0"/>
            </a:br>
            <a:r>
              <a:rPr lang="en-IN" sz="2000" dirty="0"/>
              <a:t>Audio file</a:t>
            </a:r>
          </a:p>
          <a:p>
            <a:r>
              <a:rPr lang="en-IN" sz="2000" dirty="0"/>
              <a:t>Output:</a:t>
            </a:r>
            <a:br>
              <a:rPr lang="en-IN" sz="2000" dirty="0"/>
            </a:br>
            <a:r>
              <a:rPr lang="en-IN" sz="2000" dirty="0"/>
              <a:t>Predicted genre label</a:t>
            </a:r>
          </a:p>
          <a:p>
            <a:r>
              <a:rPr lang="en-IN" sz="2000" dirty="0"/>
              <a:t>Learning type:</a:t>
            </a:r>
            <a:br>
              <a:rPr lang="en-IN" sz="2000"/>
            </a:br>
            <a:r>
              <a:rPr lang="en-IN" sz="2000"/>
              <a:t>Supervised </a:t>
            </a:r>
            <a:r>
              <a:rPr lang="en-IN" sz="2000" dirty="0"/>
              <a:t>Learning </a:t>
            </a:r>
            <a:r>
              <a:rPr lang="en-IN" sz="2000"/>
              <a:t>(Multi-class classification</a:t>
            </a:r>
            <a:r>
              <a:rPr lang="en-IN" sz="2000" dirty="0"/>
              <a:t>)</a:t>
            </a:r>
          </a:p>
          <a:p>
            <a:r>
              <a:rPr lang="en-IN" sz="2000"/>
              <a:t>Genres:</a:t>
            </a:r>
            <a:br>
              <a:rPr lang="en-IN" sz="2000"/>
            </a:br>
            <a:r>
              <a:rPr lang="en-IN" sz="2000"/>
              <a:t>Blues, Classical</a:t>
            </a:r>
            <a:r>
              <a:rPr lang="en-IN" sz="2000" dirty="0"/>
              <a:t>, Country</a:t>
            </a:r>
            <a:r>
              <a:rPr lang="en-IN" sz="2000"/>
              <a:t>, Disco</a:t>
            </a:r>
            <a:r>
              <a:rPr lang="en-IN" sz="2000" dirty="0"/>
              <a:t>, HipHop, Jazz, Metal, Pop, Reggae, Rock</a:t>
            </a:r>
          </a:p>
          <a:p>
            <a:endParaRPr lang="en-US" sz="2000" dirty="0"/>
          </a:p>
        </p:txBody>
      </p:sp>
    </p:spTree>
    <p:extLst>
      <p:ext uri="{BB962C8B-B14F-4D97-AF65-F5344CB8AC3E}">
        <p14:creationId xmlns:p14="http://schemas.microsoft.com/office/powerpoint/2010/main" val="2563119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1066800" y="642594"/>
            <a:ext cx="10058400" cy="1371600"/>
          </a:xfrm>
        </p:spPr>
        <p:txBody>
          <a:bodyPr/>
          <a:lstStyle/>
          <a:p>
            <a:pPr algn="ctr"/>
            <a:r>
              <a:rPr lang="en-US" dirty="0"/>
              <a:t>Dataset Description</a:t>
            </a:r>
          </a:p>
        </p:txBody>
      </p:sp>
      <p:sp>
        <p:nvSpPr>
          <p:cNvPr id="5" name="Content Placeholder 4">
            <a:extLst>
              <a:ext uri="{FF2B5EF4-FFF2-40B4-BE49-F238E27FC236}">
                <a16:creationId xmlns:a16="http://schemas.microsoft.com/office/drawing/2014/main" id="{FD5EAD65-F238-6671-C5A1-A9A1950B2FF1}"/>
              </a:ext>
            </a:extLst>
          </p:cNvPr>
          <p:cNvSpPr>
            <a:spLocks noGrp="1"/>
          </p:cNvSpPr>
          <p:nvPr>
            <p:ph idx="1"/>
          </p:nvPr>
        </p:nvSpPr>
        <p:spPr>
          <a:xfrm>
            <a:off x="487959" y="2014194"/>
            <a:ext cx="11255307" cy="4462806"/>
          </a:xfrm>
        </p:spPr>
        <p:txBody>
          <a:bodyPr>
            <a:normAutofit/>
          </a:bodyPr>
          <a:lstStyle/>
          <a:p>
            <a:r>
              <a:rPr lang="en-US" sz="2400"/>
              <a:t>Dataset Used</a:t>
            </a:r>
            <a:r>
              <a:rPr lang="en-US" sz="2400" dirty="0"/>
              <a:t>:</a:t>
            </a:r>
            <a:r>
              <a:rPr lang="en-IN" sz="2400" dirty="0"/>
              <a:t> </a:t>
            </a:r>
            <a:r>
              <a:rPr lang="en-IN" sz="2400"/>
              <a:t>GTZAN dataset</a:t>
            </a:r>
            <a:endParaRPr lang="en-IN" sz="2400" dirty="0"/>
          </a:p>
          <a:p>
            <a:r>
              <a:rPr lang="en-US" sz="2400"/>
              <a:t>Dataset characteristics:</a:t>
            </a:r>
            <a:endParaRPr lang="en-US" sz="2400" dirty="0"/>
          </a:p>
          <a:p>
            <a:pPr lvl="1"/>
            <a:r>
              <a:rPr lang="en-US" sz="2400" dirty="0"/>
              <a:t>1000 </a:t>
            </a:r>
            <a:r>
              <a:rPr lang="en-US" sz="2400"/>
              <a:t>audio tracks </a:t>
            </a:r>
            <a:endParaRPr lang="en-US" sz="2400" dirty="0"/>
          </a:p>
          <a:p>
            <a:pPr lvl="1"/>
            <a:r>
              <a:rPr lang="en-US" sz="2400"/>
              <a:t>10 music genres </a:t>
            </a:r>
            <a:endParaRPr lang="en-US" sz="2400" dirty="0"/>
          </a:p>
          <a:p>
            <a:pPr lvl="1"/>
            <a:r>
              <a:rPr lang="en-US" sz="2400"/>
              <a:t>30 seconds </a:t>
            </a:r>
            <a:r>
              <a:rPr lang="en-US" sz="2400" dirty="0"/>
              <a:t>per audio file </a:t>
            </a:r>
          </a:p>
          <a:p>
            <a:pPr lvl="1"/>
            <a:r>
              <a:rPr lang="en-US" sz="2400"/>
              <a:t>Balanced dataset </a:t>
            </a:r>
            <a:r>
              <a:rPr lang="en-US" sz="2400" dirty="0"/>
              <a:t>(100 </a:t>
            </a:r>
            <a:r>
              <a:rPr lang="en-US" sz="2400"/>
              <a:t>audio tracks </a:t>
            </a:r>
            <a:r>
              <a:rPr lang="en-US" sz="2400" dirty="0"/>
              <a:t>per genre)</a:t>
            </a:r>
          </a:p>
          <a:p>
            <a:r>
              <a:rPr lang="en-US" sz="2400" dirty="0"/>
              <a:t>Feature extraction:</a:t>
            </a:r>
            <a:br>
              <a:rPr lang="en-US" sz="2400" dirty="0"/>
            </a:br>
            <a:r>
              <a:rPr lang="en-US" sz="2400" dirty="0"/>
              <a:t>Audio converted </a:t>
            </a:r>
            <a:r>
              <a:rPr lang="en-US" sz="2400"/>
              <a:t>into spectrogram using Librosa </a:t>
            </a:r>
            <a:r>
              <a:rPr lang="en-US" sz="2400" dirty="0"/>
              <a:t>library.</a:t>
            </a:r>
          </a:p>
          <a:p>
            <a:r>
              <a:rPr lang="en-US" sz="2400"/>
              <a:t>Spectrogram size</a:t>
            </a:r>
            <a:r>
              <a:rPr lang="en-US" sz="2400" dirty="0"/>
              <a:t>:</a:t>
            </a:r>
            <a:br>
              <a:rPr lang="en-US" sz="2400" dirty="0"/>
            </a:br>
            <a:r>
              <a:rPr lang="en-US" sz="2400" dirty="0"/>
              <a:t>128 × </a:t>
            </a:r>
            <a:r>
              <a:rPr lang="en-US" sz="2400"/>
              <a:t>1292 spectrogram representation</a:t>
            </a:r>
            <a:r>
              <a:rPr lang="en-US" sz="2400" dirty="0"/>
              <a:t>.</a:t>
            </a:r>
            <a:endParaRPr lang="en-IN" sz="2400" dirty="0"/>
          </a:p>
        </p:txBody>
      </p:sp>
    </p:spTree>
    <p:extLst>
      <p:ext uri="{BB962C8B-B14F-4D97-AF65-F5344CB8AC3E}">
        <p14:creationId xmlns:p14="http://schemas.microsoft.com/office/powerpoint/2010/main" val="4212917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17935-2D0C-E944-E0D9-29EBCEF96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E3D7D-ABE2-5052-E7C4-7D8CB2C4FC02}"/>
              </a:ext>
            </a:extLst>
          </p:cNvPr>
          <p:cNvSpPr>
            <a:spLocks noGrp="1"/>
          </p:cNvSpPr>
          <p:nvPr>
            <p:ph type="title"/>
          </p:nvPr>
        </p:nvSpPr>
        <p:spPr>
          <a:xfrm>
            <a:off x="1066800" y="185421"/>
            <a:ext cx="10058400" cy="1000758"/>
          </a:xfrm>
        </p:spPr>
        <p:txBody>
          <a:bodyPr/>
          <a:lstStyle/>
          <a:p>
            <a:pPr algn="ctr"/>
            <a:r>
              <a:rPr lang="en-US"/>
              <a:t>Models Used</a:t>
            </a:r>
            <a:endParaRPr lang="en-US" dirty="0"/>
          </a:p>
        </p:txBody>
      </p:sp>
      <p:graphicFrame>
        <p:nvGraphicFramePr>
          <p:cNvPr id="3" name="Content Placeholder 2">
            <a:extLst>
              <a:ext uri="{FF2B5EF4-FFF2-40B4-BE49-F238E27FC236}">
                <a16:creationId xmlns:a16="http://schemas.microsoft.com/office/drawing/2014/main" id="{002B5244-A4F8-FAAB-74E2-781AC287EA42}"/>
              </a:ext>
            </a:extLst>
          </p:cNvPr>
          <p:cNvGraphicFramePr>
            <a:graphicFrameLocks noGrp="1"/>
          </p:cNvGraphicFramePr>
          <p:nvPr>
            <p:ph idx="1"/>
            <p:extLst>
              <p:ext uri="{D42A27DB-BD31-4B8C-83A1-F6EECF244321}">
                <p14:modId xmlns:p14="http://schemas.microsoft.com/office/powerpoint/2010/main" val="887884984"/>
              </p:ext>
            </p:extLst>
          </p:nvPr>
        </p:nvGraphicFramePr>
        <p:xfrm>
          <a:off x="575733" y="948268"/>
          <a:ext cx="11015134" cy="5486400"/>
        </p:xfrm>
        <a:graphic>
          <a:graphicData uri="http://schemas.openxmlformats.org/drawingml/2006/table">
            <a:tbl>
              <a:tblPr firstRow="1" bandRow="1">
                <a:tableStyleId>{5C22544A-7EE6-4342-B048-85BDC9FD1C3A}</a:tableStyleId>
              </a:tblPr>
              <a:tblGrid>
                <a:gridCol w="5507567">
                  <a:extLst>
                    <a:ext uri="{9D8B030D-6E8A-4147-A177-3AD203B41FA5}">
                      <a16:colId xmlns:a16="http://schemas.microsoft.com/office/drawing/2014/main" val="1380444361"/>
                    </a:ext>
                  </a:extLst>
                </a:gridCol>
                <a:gridCol w="5507567">
                  <a:extLst>
                    <a:ext uri="{9D8B030D-6E8A-4147-A177-3AD203B41FA5}">
                      <a16:colId xmlns:a16="http://schemas.microsoft.com/office/drawing/2014/main" val="4260359001"/>
                    </a:ext>
                  </a:extLst>
                </a:gridCol>
              </a:tblGrid>
              <a:tr h="364631">
                <a:tc>
                  <a:txBody>
                    <a:bodyPr/>
                    <a:lstStyle/>
                    <a:p>
                      <a:r>
                        <a:rPr lang="en-US" sz="1800" dirty="0"/>
                        <a:t>Convolutional Neural Network</a:t>
                      </a:r>
                      <a:endParaRPr lang="en-IN" sz="1800" dirty="0"/>
                    </a:p>
                  </a:txBody>
                  <a:tcPr/>
                </a:tc>
                <a:tc>
                  <a:txBody>
                    <a:bodyPr/>
                    <a:lstStyle/>
                    <a:p>
                      <a:r>
                        <a:rPr lang="en-US" sz="1800"/>
                        <a:t>Residual </a:t>
                      </a:r>
                      <a:r>
                        <a:rPr lang="en-US" sz="1800" dirty="0"/>
                        <a:t>Neural Network</a:t>
                      </a:r>
                      <a:endParaRPr lang="en-IN" sz="1800" dirty="0"/>
                    </a:p>
                  </a:txBody>
                  <a:tcPr/>
                </a:tc>
                <a:extLst>
                  <a:ext uri="{0D108BD9-81ED-4DB2-BD59-A6C34878D82A}">
                    <a16:rowId xmlns:a16="http://schemas.microsoft.com/office/drawing/2014/main" val="4059727469"/>
                  </a:ext>
                </a:extLst>
              </a:tr>
              <a:tr h="638104">
                <a:tc>
                  <a:txBody>
                    <a:bodyPr/>
                    <a:lstStyle/>
                    <a:p>
                      <a:r>
                        <a:rPr lang="en-IN" sz="1800" b="1" dirty="0"/>
                        <a:t>Conv Block 1</a:t>
                      </a:r>
                      <a:br>
                        <a:rPr lang="en-IN" sz="1800" dirty="0"/>
                      </a:br>
                      <a:r>
                        <a:rPr lang="en-IN" sz="1800" dirty="0"/>
                        <a:t>Conv(1→16, K4, P2) → BN → </a:t>
                      </a:r>
                      <a:r>
                        <a:rPr lang="en-IN" sz="1800" dirty="0" err="1"/>
                        <a:t>ReLU</a:t>
                      </a:r>
                      <a:r>
                        <a:rPr lang="en-IN" sz="1800" dirty="0"/>
                        <a:t> → </a:t>
                      </a:r>
                      <a:r>
                        <a:rPr lang="en-IN" sz="1800" dirty="0" err="1"/>
                        <a:t>MaxPool</a:t>
                      </a:r>
                      <a:r>
                        <a:rPr lang="en-IN" sz="1800" dirty="0"/>
                        <a:t>(K5,S5)</a:t>
                      </a:r>
                    </a:p>
                  </a:txBody>
                  <a:tcPr/>
                </a:tc>
                <a:tc>
                  <a:txBody>
                    <a:bodyPr/>
                    <a:lstStyle/>
                    <a:p>
                      <a:r>
                        <a:rPr lang="en-IN" sz="1800" b="1" dirty="0"/>
                        <a:t>Conv Block:</a:t>
                      </a:r>
                    </a:p>
                    <a:p>
                      <a:r>
                        <a:rPr lang="en-IN" sz="1800" dirty="0"/>
                        <a:t>(1→16, K4, P2) → BN → </a:t>
                      </a:r>
                      <a:r>
                        <a:rPr lang="en-IN" sz="1800" dirty="0" err="1"/>
                        <a:t>ReLU</a:t>
                      </a:r>
                      <a:r>
                        <a:rPr lang="en-IN" sz="1800" dirty="0"/>
                        <a:t> → </a:t>
                      </a:r>
                      <a:r>
                        <a:rPr lang="en-IN" sz="1800" dirty="0" err="1"/>
                        <a:t>MaxPool</a:t>
                      </a:r>
                      <a:r>
                        <a:rPr lang="en-IN" sz="1800" dirty="0"/>
                        <a:t>(K3, S3)</a:t>
                      </a:r>
                    </a:p>
                  </a:txBody>
                  <a:tcPr/>
                </a:tc>
                <a:extLst>
                  <a:ext uri="{0D108BD9-81ED-4DB2-BD59-A6C34878D82A}">
                    <a16:rowId xmlns:a16="http://schemas.microsoft.com/office/drawing/2014/main" val="2140211512"/>
                  </a:ext>
                </a:extLst>
              </a:tr>
              <a:tr h="1185051">
                <a:tc>
                  <a:txBody>
                    <a:bodyPr/>
                    <a:lstStyle/>
                    <a:p>
                      <a:r>
                        <a:rPr lang="en-IN" sz="1800" b="1" dirty="0"/>
                        <a:t>Conv Block 2</a:t>
                      </a:r>
                      <a:br>
                        <a:rPr lang="en-IN" sz="1800" dirty="0"/>
                      </a:br>
                      <a:r>
                        <a:rPr lang="en-IN" sz="1800" dirty="0"/>
                        <a:t>Conv(16→32, K4, P2)→ BN → </a:t>
                      </a:r>
                      <a:r>
                        <a:rPr lang="en-IN" sz="1800" dirty="0" err="1"/>
                        <a:t>ReLU</a:t>
                      </a:r>
                      <a:r>
                        <a:rPr lang="en-IN" sz="1800" dirty="0"/>
                        <a:t> → </a:t>
                      </a:r>
                      <a:r>
                        <a:rPr lang="en-IN" sz="1800" dirty="0" err="1"/>
                        <a:t>MaxPool</a:t>
                      </a:r>
                      <a:r>
                        <a:rPr lang="en-IN" sz="1800" dirty="0"/>
                        <a:t>(K5,S5)</a:t>
                      </a:r>
                    </a:p>
                  </a:txBody>
                  <a:tcPr/>
                </a:tc>
                <a:tc>
                  <a:txBody>
                    <a:bodyPr/>
                    <a:lstStyle/>
                    <a:p>
                      <a:r>
                        <a:rPr lang="en-IN" sz="1800" b="1" dirty="0"/>
                        <a:t>Residual Block 1:</a:t>
                      </a:r>
                      <a:br>
                        <a:rPr lang="en-IN" sz="1800" dirty="0"/>
                      </a:br>
                      <a:r>
                        <a:rPr lang="en-IN" sz="1800" dirty="0"/>
                        <a:t>[Conv(16→32, K3) → BN → </a:t>
                      </a:r>
                      <a:r>
                        <a:rPr lang="en-IN" sz="1800" dirty="0" err="1"/>
                        <a:t>ReLU</a:t>
                      </a:r>
                      <a:r>
                        <a:rPr lang="en-IN" sz="1800" dirty="0"/>
                        <a:t> → Conv(32→32, K3) → BN] + Skip(K1)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t>Output: 32 channels</a:t>
                      </a:r>
                    </a:p>
                  </a:txBody>
                  <a:tcPr/>
                </a:tc>
                <a:extLst>
                  <a:ext uri="{0D108BD9-81ED-4DB2-BD59-A6C34878D82A}">
                    <a16:rowId xmlns:a16="http://schemas.microsoft.com/office/drawing/2014/main" val="2843240967"/>
                  </a:ext>
                </a:extLst>
              </a:tr>
              <a:tr h="1185051">
                <a:tc>
                  <a:txBody>
                    <a:bodyPr/>
                    <a:lstStyle/>
                    <a:p>
                      <a:r>
                        <a:rPr lang="en-IN" sz="1800" b="1"/>
                        <a:t>Classifier</a:t>
                      </a:r>
                      <a:br>
                        <a:rPr lang="en-IN" sz="1800" dirty="0"/>
                      </a:br>
                      <a:r>
                        <a:rPr lang="en-IN" sz="1800" dirty="0"/>
                        <a:t>Flatten(8160) → FC(8160→256) → </a:t>
                      </a:r>
                      <a:r>
                        <a:rPr lang="en-IN" sz="1800" dirty="0" err="1"/>
                        <a:t>ReLU</a:t>
                      </a:r>
                      <a:r>
                        <a:rPr lang="en-IN" sz="1800" dirty="0"/>
                        <a:t> → Dropout(0.67) → FC(256→10)</a:t>
                      </a:r>
                    </a:p>
                  </a:txBody>
                  <a:tcPr/>
                </a:tc>
                <a:tc>
                  <a:txBody>
                    <a:bodyPr/>
                    <a:lstStyle/>
                    <a:p>
                      <a:r>
                        <a:rPr lang="en-IN" sz="1800" b="1" dirty="0"/>
                        <a:t>Residual Block 2:</a:t>
                      </a:r>
                      <a:br>
                        <a:rPr lang="en-IN" sz="1800" dirty="0"/>
                      </a:br>
                      <a:r>
                        <a:rPr lang="en-IN" sz="1800" dirty="0"/>
                        <a:t>[Conv(32→64,K3) → BN → </a:t>
                      </a:r>
                      <a:r>
                        <a:rPr lang="en-IN" sz="1800" dirty="0" err="1"/>
                        <a:t>ReLU</a:t>
                      </a:r>
                      <a:r>
                        <a:rPr lang="en-IN" sz="1800" dirty="0"/>
                        <a:t> → Conv(64→64, K3) → BN] + Skip(K1)</a:t>
                      </a:r>
                    </a:p>
                    <a:p>
                      <a:r>
                        <a:rPr lang="en-IN" sz="1800" dirty="0"/>
                        <a:t>Output: 64 channels</a:t>
                      </a:r>
                    </a:p>
                  </a:txBody>
                  <a:tcPr/>
                </a:tc>
                <a:extLst>
                  <a:ext uri="{0D108BD9-81ED-4DB2-BD59-A6C34878D82A}">
                    <a16:rowId xmlns:a16="http://schemas.microsoft.com/office/drawing/2014/main" val="3142491792"/>
                  </a:ext>
                </a:extLst>
              </a:tr>
              <a:tr h="1185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t>Output: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t>genre probabilities</a:t>
                      </a:r>
                    </a:p>
                    <a:p>
                      <a:endParaRPr lang="en-IN" sz="1800" dirty="0"/>
                    </a:p>
                  </a:txBody>
                  <a:tcPr/>
                </a:tc>
                <a:tc>
                  <a:txBody>
                    <a:bodyPr/>
                    <a:lstStyle/>
                    <a:p>
                      <a:r>
                        <a:rPr lang="en-IN" sz="1800" b="1" dirty="0"/>
                        <a:t>Residual Block 3:</a:t>
                      </a:r>
                      <a:br>
                        <a:rPr lang="en-IN" sz="1800" dirty="0"/>
                      </a:br>
                      <a:r>
                        <a:rPr lang="en-IN" sz="1800" dirty="0"/>
                        <a:t>[Conv(64→128, K3) → BN → </a:t>
                      </a:r>
                      <a:r>
                        <a:rPr lang="en-IN" sz="1800" dirty="0" err="1"/>
                        <a:t>ReLU</a:t>
                      </a:r>
                      <a:r>
                        <a:rPr lang="en-IN" sz="1800" dirty="0"/>
                        <a:t> → </a:t>
                      </a:r>
                    </a:p>
                    <a:p>
                      <a:r>
                        <a:rPr lang="en-IN" sz="1800" dirty="0"/>
                        <a:t>Conv(128→128, K3) → BN] + Skip(K1)</a:t>
                      </a:r>
                    </a:p>
                    <a:p>
                      <a:r>
                        <a:rPr lang="en-IN" sz="1800" dirty="0"/>
                        <a:t>Output: 128 channels</a:t>
                      </a:r>
                    </a:p>
                  </a:txBody>
                  <a:tcPr/>
                </a:tc>
                <a:extLst>
                  <a:ext uri="{0D108BD9-81ED-4DB2-BD59-A6C34878D82A}">
                    <a16:rowId xmlns:a16="http://schemas.microsoft.com/office/drawing/2014/main" val="3564456391"/>
                  </a:ext>
                </a:extLst>
              </a:tr>
              <a:tr h="911578">
                <a:tc>
                  <a:txBody>
                    <a:bodyPr/>
                    <a:lstStyle/>
                    <a:p>
                      <a:endParaRPr lang="en-IN" sz="1800" dirty="0"/>
                    </a:p>
                  </a:txBody>
                  <a:tcPr/>
                </a:tc>
                <a:tc>
                  <a:txBody>
                    <a:bodyPr/>
                    <a:lstStyle/>
                    <a:p>
                      <a:r>
                        <a:rPr lang="en-IN" sz="1800" b="1" dirty="0"/>
                        <a:t>Output Layers:</a:t>
                      </a:r>
                      <a:br>
                        <a:rPr lang="en-IN" sz="1800" dirty="0"/>
                      </a:br>
                      <a:r>
                        <a:rPr lang="en-IN" sz="1800" dirty="0" err="1"/>
                        <a:t>AdaptiveAvgPool</a:t>
                      </a:r>
                      <a:r>
                        <a:rPr lang="en-IN" sz="1800" dirty="0"/>
                        <a:t> → Flatten → FC(128→10)</a:t>
                      </a:r>
                    </a:p>
                    <a:p>
                      <a:r>
                        <a:rPr lang="en-IN" sz="1800" dirty="0"/>
                        <a:t>Output: genre probabilities</a:t>
                      </a:r>
                    </a:p>
                  </a:txBody>
                  <a:tcPr/>
                </a:tc>
                <a:extLst>
                  <a:ext uri="{0D108BD9-81ED-4DB2-BD59-A6C34878D82A}">
                    <a16:rowId xmlns:a16="http://schemas.microsoft.com/office/drawing/2014/main" val="1870350338"/>
                  </a:ext>
                </a:extLst>
              </a:tr>
            </a:tbl>
          </a:graphicData>
        </a:graphic>
      </p:graphicFrame>
      <p:sp>
        <p:nvSpPr>
          <p:cNvPr id="4" name="TextBox 3">
            <a:extLst>
              <a:ext uri="{FF2B5EF4-FFF2-40B4-BE49-F238E27FC236}">
                <a16:creationId xmlns:a16="http://schemas.microsoft.com/office/drawing/2014/main" id="{E7C08595-20B3-CC20-22FF-AE32707021F4}"/>
              </a:ext>
            </a:extLst>
          </p:cNvPr>
          <p:cNvSpPr txBox="1"/>
          <p:nvPr/>
        </p:nvSpPr>
        <p:spPr>
          <a:xfrm>
            <a:off x="575733" y="423332"/>
            <a:ext cx="2921000" cy="461665"/>
          </a:xfrm>
          <a:prstGeom prst="rect">
            <a:avLst/>
          </a:prstGeom>
          <a:noFill/>
        </p:spPr>
        <p:txBody>
          <a:bodyPr wrap="square" rtlCol="0">
            <a:spAutoFit/>
          </a:bodyPr>
          <a:lstStyle/>
          <a:p>
            <a:r>
              <a:rPr lang="en-US" sz="1200" dirty="0"/>
              <a:t>LEGEND:- K-KERNEL, S-STRIDE, </a:t>
            </a:r>
          </a:p>
          <a:p>
            <a:r>
              <a:rPr lang="en-US" sz="1200" dirty="0"/>
              <a:t>P-PADDING</a:t>
            </a:r>
            <a:endParaRPr lang="en-IN" sz="1200" dirty="0"/>
          </a:p>
        </p:txBody>
      </p:sp>
    </p:spTree>
    <p:extLst>
      <p:ext uri="{BB962C8B-B14F-4D97-AF65-F5344CB8AC3E}">
        <p14:creationId xmlns:p14="http://schemas.microsoft.com/office/powerpoint/2010/main" val="1307618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F6F57-AA73-CED0-D3BD-E609600C21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22572-60EC-5F67-66FC-7C72A0E44EC4}"/>
              </a:ext>
            </a:extLst>
          </p:cNvPr>
          <p:cNvSpPr>
            <a:spLocks noGrp="1"/>
          </p:cNvSpPr>
          <p:nvPr>
            <p:ph type="title"/>
          </p:nvPr>
        </p:nvSpPr>
        <p:spPr>
          <a:xfrm>
            <a:off x="1066800" y="185421"/>
            <a:ext cx="10058400" cy="1000758"/>
          </a:xfrm>
        </p:spPr>
        <p:txBody>
          <a:bodyPr/>
          <a:lstStyle/>
          <a:p>
            <a:pPr algn="ctr"/>
            <a:r>
              <a:rPr lang="en-US"/>
              <a:t>Models Used</a:t>
            </a:r>
            <a:endParaRPr lang="en-US" dirty="0"/>
          </a:p>
        </p:txBody>
      </p:sp>
      <p:graphicFrame>
        <p:nvGraphicFramePr>
          <p:cNvPr id="3" name="Content Placeholder 2">
            <a:extLst>
              <a:ext uri="{FF2B5EF4-FFF2-40B4-BE49-F238E27FC236}">
                <a16:creationId xmlns:a16="http://schemas.microsoft.com/office/drawing/2014/main" id="{20ED6955-4E91-23E0-2784-B7323530941A}"/>
              </a:ext>
            </a:extLst>
          </p:cNvPr>
          <p:cNvGraphicFramePr>
            <a:graphicFrameLocks noGrp="1"/>
          </p:cNvGraphicFramePr>
          <p:nvPr>
            <p:ph idx="1"/>
            <p:extLst>
              <p:ext uri="{D42A27DB-BD31-4B8C-83A1-F6EECF244321}">
                <p14:modId xmlns:p14="http://schemas.microsoft.com/office/powerpoint/2010/main" val="3285823966"/>
              </p:ext>
            </p:extLst>
          </p:nvPr>
        </p:nvGraphicFramePr>
        <p:xfrm>
          <a:off x="575733" y="948268"/>
          <a:ext cx="11015134" cy="5479909"/>
        </p:xfrm>
        <a:graphic>
          <a:graphicData uri="http://schemas.openxmlformats.org/drawingml/2006/table">
            <a:tbl>
              <a:tblPr firstRow="1" bandRow="1">
                <a:tableStyleId>{5C22544A-7EE6-4342-B048-85BDC9FD1C3A}</a:tableStyleId>
              </a:tblPr>
              <a:tblGrid>
                <a:gridCol w="5507567">
                  <a:extLst>
                    <a:ext uri="{9D8B030D-6E8A-4147-A177-3AD203B41FA5}">
                      <a16:colId xmlns:a16="http://schemas.microsoft.com/office/drawing/2014/main" val="1380444361"/>
                    </a:ext>
                  </a:extLst>
                </a:gridCol>
                <a:gridCol w="5507567">
                  <a:extLst>
                    <a:ext uri="{9D8B030D-6E8A-4147-A177-3AD203B41FA5}">
                      <a16:colId xmlns:a16="http://schemas.microsoft.com/office/drawing/2014/main" val="4260359001"/>
                    </a:ext>
                  </a:extLst>
                </a:gridCol>
              </a:tblGrid>
              <a:tr h="364631">
                <a:tc>
                  <a:txBody>
                    <a:bodyPr/>
                    <a:lstStyle/>
                    <a:p>
                      <a:r>
                        <a:rPr lang="en-US" sz="1800" dirty="0"/>
                        <a:t>Mobile Net v2</a:t>
                      </a:r>
                      <a:endParaRPr lang="en-IN" sz="1800" dirty="0"/>
                    </a:p>
                  </a:txBody>
                  <a:tcPr/>
                </a:tc>
                <a:tc>
                  <a:txBody>
                    <a:bodyPr/>
                    <a:lstStyle/>
                    <a:p>
                      <a:r>
                        <a:rPr lang="en-US" sz="1800" dirty="0"/>
                        <a:t>RBF SVM</a:t>
                      </a:r>
                      <a:endParaRPr lang="en-IN" sz="1800" dirty="0"/>
                    </a:p>
                  </a:txBody>
                  <a:tcPr/>
                </a:tc>
                <a:extLst>
                  <a:ext uri="{0D108BD9-81ED-4DB2-BD59-A6C34878D82A}">
                    <a16:rowId xmlns:a16="http://schemas.microsoft.com/office/drawing/2014/main" val="4059727469"/>
                  </a:ext>
                </a:extLst>
              </a:tr>
              <a:tr h="638104">
                <a:tc>
                  <a:txBody>
                    <a:bodyPr/>
                    <a:lstStyle/>
                    <a:p>
                      <a:r>
                        <a:rPr lang="en-IN" b="1" dirty="0"/>
                        <a:t>Conv Block</a:t>
                      </a:r>
                      <a:br>
                        <a:rPr lang="en-IN" dirty="0"/>
                      </a:br>
                      <a:r>
                        <a:rPr lang="en-IN" dirty="0"/>
                        <a:t>Conv(1→32, K3, S2, P1) → BN → ReLU6</a:t>
                      </a:r>
                      <a:endParaRPr lang="en-IN" sz="1800" dirty="0"/>
                    </a:p>
                  </a:txBody>
                  <a:tcPr/>
                </a:tc>
                <a:tc>
                  <a:txBody>
                    <a:bodyPr/>
                    <a:lstStyle/>
                    <a:p>
                      <a:r>
                        <a:rPr lang="en-IN" b="1" dirty="0"/>
                        <a:t>Input Features</a:t>
                      </a:r>
                      <a:br>
                        <a:rPr lang="en-IN" dirty="0"/>
                      </a:br>
                      <a:r>
                        <a:rPr lang="en-IN" dirty="0"/>
                        <a:t>Log Mel Spectrogram → Flatten</a:t>
                      </a:r>
                    </a:p>
                  </a:txBody>
                  <a:tcPr/>
                </a:tc>
                <a:extLst>
                  <a:ext uri="{0D108BD9-81ED-4DB2-BD59-A6C34878D82A}">
                    <a16:rowId xmlns:a16="http://schemas.microsoft.com/office/drawing/2014/main" val="2140211512"/>
                  </a:ext>
                </a:extLst>
              </a:tr>
              <a:tr h="1185051">
                <a:tc>
                  <a:txBody>
                    <a:bodyPr/>
                    <a:lstStyle/>
                    <a:p>
                      <a:r>
                        <a:rPr lang="en-IN" b="1" dirty="0"/>
                        <a:t>Inverted Residual Blocks</a:t>
                      </a:r>
                      <a:br>
                        <a:rPr lang="en-IN" dirty="0"/>
                      </a:br>
                      <a:r>
                        <a:rPr lang="en-IN" dirty="0"/>
                        <a:t>[Expand → </a:t>
                      </a:r>
                      <a:r>
                        <a:rPr lang="en-IN" dirty="0" err="1"/>
                        <a:t>DepthwiseConv</a:t>
                      </a:r>
                      <a:r>
                        <a:rPr lang="en-IN" dirty="0"/>
                        <a:t>(K3) → BN → ReLU6 → Project] + Skip (when dims match)</a:t>
                      </a:r>
                      <a:endParaRPr lang="en-IN" sz="1800" dirty="0"/>
                    </a:p>
                  </a:txBody>
                  <a:tcPr/>
                </a:tc>
                <a:tc>
                  <a:txBody>
                    <a:bodyPr/>
                    <a:lstStyle/>
                    <a:p>
                      <a:r>
                        <a:rPr lang="en-US" b="1" dirty="0"/>
                        <a:t>Scaling</a:t>
                      </a:r>
                      <a:br>
                        <a:rPr lang="en-US" dirty="0"/>
                      </a:br>
                      <a:r>
                        <a:rPr lang="en-US" dirty="0" err="1"/>
                        <a:t>StandardScaler</a:t>
                      </a:r>
                      <a:r>
                        <a:rPr lang="en-US" dirty="0"/>
                        <a:t>()</a:t>
                      </a:r>
                      <a:br>
                        <a:rPr lang="en-US" dirty="0"/>
                      </a:br>
                      <a:r>
                        <a:rPr lang="en-US" dirty="0"/>
                        <a:t>(mean=0, variance=1)</a:t>
                      </a:r>
                      <a:endParaRPr lang="en-IN" sz="1800" dirty="0"/>
                    </a:p>
                  </a:txBody>
                  <a:tcPr/>
                </a:tc>
                <a:extLst>
                  <a:ext uri="{0D108BD9-81ED-4DB2-BD59-A6C34878D82A}">
                    <a16:rowId xmlns:a16="http://schemas.microsoft.com/office/drawing/2014/main" val="2843240967"/>
                  </a:ext>
                </a:extLst>
              </a:tr>
              <a:tr h="1185051">
                <a:tc>
                  <a:txBody>
                    <a:bodyPr/>
                    <a:lstStyle/>
                    <a:p>
                      <a:r>
                        <a:rPr lang="en-IN" b="1" dirty="0"/>
                        <a:t>Block sequence:</a:t>
                      </a:r>
                      <a:br>
                        <a:rPr lang="en-IN" dirty="0"/>
                      </a:br>
                      <a:r>
                        <a:rPr lang="en-IN" dirty="0"/>
                        <a:t>IR(32→16) → IR(16→24)×2 → IR(24→32)×3 → IR(32→64)×4 → IR(64→96)×3 → IR(96→160)×3 → IR(160→320)</a:t>
                      </a:r>
                      <a:endParaRPr lang="en-IN" sz="1800" dirty="0"/>
                    </a:p>
                  </a:txBody>
                  <a:tcPr/>
                </a:tc>
                <a:tc>
                  <a:txBody>
                    <a:bodyPr/>
                    <a:lstStyle/>
                    <a:p>
                      <a:r>
                        <a:rPr lang="en-US" b="1" dirty="0"/>
                        <a:t>Dimensionality Reduction</a:t>
                      </a:r>
                      <a:br>
                        <a:rPr lang="en-US" dirty="0"/>
                      </a:br>
                      <a:r>
                        <a:rPr lang="en-US" dirty="0"/>
                        <a:t>PCA(variance retained = 92%)</a:t>
                      </a:r>
                      <a:br>
                        <a:rPr lang="en-US" dirty="0"/>
                      </a:br>
                      <a:r>
                        <a:rPr lang="en-US" dirty="0"/>
                        <a:t>Reduces feature size while preserving information</a:t>
                      </a:r>
                      <a:endParaRPr lang="en-IN" sz="1800" dirty="0"/>
                    </a:p>
                  </a:txBody>
                  <a:tcPr/>
                </a:tc>
                <a:extLst>
                  <a:ext uri="{0D108BD9-81ED-4DB2-BD59-A6C34878D82A}">
                    <a16:rowId xmlns:a16="http://schemas.microsoft.com/office/drawing/2014/main" val="3142491792"/>
                  </a:ext>
                </a:extLst>
              </a:tr>
              <a:tr h="11850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Final Conv:</a:t>
                      </a:r>
                    </a:p>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t>Conv1×1(320→1280) </a:t>
                      </a:r>
                      <a:r>
                        <a:rPr lang="en-IN" dirty="0"/>
                        <a:t>→ BN → ReLU6</a:t>
                      </a:r>
                      <a:endParaRPr lang="en-I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t>Classifier</a:t>
                      </a:r>
                      <a:br>
                        <a:rPr lang="en-IN" dirty="0"/>
                      </a:br>
                      <a:r>
                        <a:rPr lang="en-IN" dirty="0" err="1"/>
                        <a:t>GlobalAvgPool</a:t>
                      </a:r>
                      <a:r>
                        <a:rPr lang="en-IN" dirty="0"/>
                        <a:t> → FC(1280→10)</a:t>
                      </a:r>
                      <a:endParaRPr lang="en-IN" sz="1800" dirty="0"/>
                    </a:p>
                  </a:txBody>
                  <a:tcPr/>
                </a:tc>
                <a:tc>
                  <a:txBody>
                    <a:bodyPr/>
                    <a:lstStyle/>
                    <a:p>
                      <a:r>
                        <a:rPr lang="en-IN" b="1" dirty="0"/>
                        <a:t>Classifier</a:t>
                      </a:r>
                      <a:br>
                        <a:rPr lang="en-IN" dirty="0"/>
                      </a:br>
                      <a:r>
                        <a:rPr lang="en-IN" dirty="0"/>
                        <a:t>SVM(RBF kernel)</a:t>
                      </a:r>
                    </a:p>
                    <a:p>
                      <a:r>
                        <a:rPr lang="en-IN" b="1" dirty="0"/>
                        <a:t>Kernel</a:t>
                      </a:r>
                      <a:br>
                        <a:rPr lang="en-IN" dirty="0"/>
                      </a:br>
                      <a:r>
                        <a:rPr lang="es-ES" dirty="0"/>
                        <a:t>K(</a:t>
                      </a:r>
                      <a:r>
                        <a:rPr lang="es-ES" dirty="0" err="1"/>
                        <a:t>x,y</a:t>
                      </a:r>
                      <a:r>
                        <a:rPr lang="es-ES" dirty="0"/>
                        <a:t>) = </a:t>
                      </a:r>
                      <a:r>
                        <a:rPr lang="es-ES" dirty="0" err="1"/>
                        <a:t>exp</a:t>
                      </a:r>
                      <a:r>
                        <a:rPr lang="es-ES" dirty="0"/>
                        <a:t>(-</a:t>
                      </a:r>
                      <a:r>
                        <a:rPr lang="es-ES" dirty="0" err="1"/>
                        <a:t>γ‖x</a:t>
                      </a:r>
                      <a:r>
                        <a:rPr lang="es-ES" dirty="0"/>
                        <a:t> − y‖²) </a:t>
                      </a:r>
                      <a:r>
                        <a:rPr lang="en-IN" dirty="0"/>
                        <a:t>[C = 1, </a:t>
                      </a:r>
                      <a:r>
                        <a:rPr lang="el-GR" dirty="0"/>
                        <a:t>γ = </a:t>
                      </a:r>
                      <a:r>
                        <a:rPr lang="en-IN" dirty="0"/>
                        <a:t>scale]</a:t>
                      </a:r>
                      <a:endParaRPr lang="en-IN" sz="1800" dirty="0"/>
                    </a:p>
                  </a:txBody>
                  <a:tcPr/>
                </a:tc>
                <a:extLst>
                  <a:ext uri="{0D108BD9-81ED-4DB2-BD59-A6C34878D82A}">
                    <a16:rowId xmlns:a16="http://schemas.microsoft.com/office/drawing/2014/main" val="3564456391"/>
                  </a:ext>
                </a:extLst>
              </a:tr>
              <a:tr h="911578">
                <a:tc>
                  <a:txBody>
                    <a:bodyPr/>
                    <a:lstStyle/>
                    <a:p>
                      <a:r>
                        <a:rPr lang="en-IN" b="1" dirty="0"/>
                        <a:t>Output</a:t>
                      </a:r>
                      <a:br>
                        <a:rPr lang="en-IN" dirty="0"/>
                      </a:br>
                      <a:r>
                        <a:rPr lang="en-IN" dirty="0"/>
                        <a:t>Genre probabilities</a:t>
                      </a:r>
                      <a:endParaRPr lang="en-IN" sz="1800" dirty="0"/>
                    </a:p>
                  </a:txBody>
                  <a:tcPr/>
                </a:tc>
                <a:tc>
                  <a:txBody>
                    <a:bodyPr/>
                    <a:lstStyle/>
                    <a:p>
                      <a:r>
                        <a:rPr lang="en-IN" b="1" dirty="0"/>
                        <a:t>Output</a:t>
                      </a:r>
                      <a:br>
                        <a:rPr lang="en-IN" dirty="0"/>
                      </a:br>
                      <a:r>
                        <a:rPr lang="en-IN" dirty="0"/>
                        <a:t>Predicted genre label</a:t>
                      </a:r>
                      <a:endParaRPr lang="en-IN" sz="1800" dirty="0"/>
                    </a:p>
                  </a:txBody>
                  <a:tcPr/>
                </a:tc>
                <a:extLst>
                  <a:ext uri="{0D108BD9-81ED-4DB2-BD59-A6C34878D82A}">
                    <a16:rowId xmlns:a16="http://schemas.microsoft.com/office/drawing/2014/main" val="1870350338"/>
                  </a:ext>
                </a:extLst>
              </a:tr>
            </a:tbl>
          </a:graphicData>
        </a:graphic>
      </p:graphicFrame>
      <p:sp>
        <p:nvSpPr>
          <p:cNvPr id="4" name="TextBox 3">
            <a:extLst>
              <a:ext uri="{FF2B5EF4-FFF2-40B4-BE49-F238E27FC236}">
                <a16:creationId xmlns:a16="http://schemas.microsoft.com/office/drawing/2014/main" id="{9AE817FF-87DF-6751-3809-6861F71F47F5}"/>
              </a:ext>
            </a:extLst>
          </p:cNvPr>
          <p:cNvSpPr txBox="1"/>
          <p:nvPr/>
        </p:nvSpPr>
        <p:spPr>
          <a:xfrm>
            <a:off x="575733" y="423332"/>
            <a:ext cx="2921000" cy="461665"/>
          </a:xfrm>
          <a:prstGeom prst="rect">
            <a:avLst/>
          </a:prstGeom>
          <a:noFill/>
        </p:spPr>
        <p:txBody>
          <a:bodyPr wrap="square" rtlCol="0">
            <a:spAutoFit/>
          </a:bodyPr>
          <a:lstStyle/>
          <a:p>
            <a:r>
              <a:rPr lang="en-US" sz="1200" dirty="0"/>
              <a:t>LEGEND:- K-KERNEL, S-STRIDE, </a:t>
            </a:r>
          </a:p>
          <a:p>
            <a:r>
              <a:rPr lang="en-US" sz="1200" dirty="0"/>
              <a:t>P-PADDING</a:t>
            </a:r>
            <a:endParaRPr lang="en-IN" sz="1200" dirty="0"/>
          </a:p>
        </p:txBody>
      </p:sp>
    </p:spTree>
    <p:extLst>
      <p:ext uri="{BB962C8B-B14F-4D97-AF65-F5344CB8AC3E}">
        <p14:creationId xmlns:p14="http://schemas.microsoft.com/office/powerpoint/2010/main" val="2860686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B6389-2374-4677-B8BB-59410CCC32FD}"/>
              </a:ext>
            </a:extLst>
          </p:cNvPr>
          <p:cNvSpPr>
            <a:spLocks noGrp="1"/>
          </p:cNvSpPr>
          <p:nvPr>
            <p:ph type="title"/>
          </p:nvPr>
        </p:nvSpPr>
        <p:spPr>
          <a:xfrm>
            <a:off x="1066800" y="0"/>
            <a:ext cx="10058400" cy="1371600"/>
          </a:xfrm>
        </p:spPr>
        <p:txBody>
          <a:bodyPr>
            <a:normAutofit/>
          </a:bodyPr>
          <a:lstStyle/>
          <a:p>
            <a:pPr algn="ctr"/>
            <a:r>
              <a:rPr lang="en-IN" sz="4000" dirty="0"/>
              <a:t>Efforts &amp; Methodology</a:t>
            </a:r>
            <a:endParaRPr lang="en-US" sz="4000" dirty="0"/>
          </a:p>
        </p:txBody>
      </p:sp>
      <p:sp>
        <p:nvSpPr>
          <p:cNvPr id="5" name="TextBox 4">
            <a:extLst>
              <a:ext uri="{FF2B5EF4-FFF2-40B4-BE49-F238E27FC236}">
                <a16:creationId xmlns:a16="http://schemas.microsoft.com/office/drawing/2014/main" id="{0762E0B0-AEBC-1C2A-3AB5-C9F17F8F9682}"/>
              </a:ext>
            </a:extLst>
          </p:cNvPr>
          <p:cNvSpPr txBox="1"/>
          <p:nvPr/>
        </p:nvSpPr>
        <p:spPr>
          <a:xfrm>
            <a:off x="381000" y="1092201"/>
            <a:ext cx="6349004" cy="5386090"/>
          </a:xfrm>
          <a:prstGeom prst="rect">
            <a:avLst/>
          </a:prstGeom>
          <a:noFill/>
        </p:spPr>
        <p:txBody>
          <a:bodyPr wrap="square" rtlCol="0">
            <a:spAutoFit/>
          </a:bodyPr>
          <a:lstStyle/>
          <a:p>
            <a:r>
              <a:rPr lang="en-US" sz="2200" u="sng" dirty="0"/>
              <a:t>Feature Extraction using Short Time Fourier Transform</a:t>
            </a:r>
          </a:p>
          <a:p>
            <a:endParaRPr lang="en-IN" dirty="0"/>
          </a:p>
          <a:p>
            <a:r>
              <a:rPr lang="en-US" dirty="0"/>
              <a:t>Audio signals are converted into frequency domain using Short-Time Fourier Transform (STFT) which is applied over small windows.</a:t>
            </a:r>
          </a:p>
          <a:p>
            <a:r>
              <a:rPr lang="en-US" dirty="0"/>
              <a:t>STFT analyzes frequency content over small time windows.</a:t>
            </a:r>
          </a:p>
          <a:p>
            <a:endParaRPr lang="en-US" dirty="0"/>
          </a:p>
          <a:p>
            <a:r>
              <a:rPr lang="en-US" dirty="0"/>
              <a:t>Steps:</a:t>
            </a:r>
          </a:p>
          <a:p>
            <a:r>
              <a:rPr lang="en-US" dirty="0"/>
              <a:t>1) Divide audio into small frames </a:t>
            </a:r>
          </a:p>
          <a:p>
            <a:r>
              <a:rPr lang="en-US" dirty="0"/>
              <a:t>2) Apply Fourier transform (FFT)</a:t>
            </a:r>
          </a:p>
          <a:p>
            <a:r>
              <a:rPr lang="en-US" dirty="0"/>
              <a:t>3) Obtain time-frequency representation</a:t>
            </a:r>
          </a:p>
          <a:p>
            <a:endParaRPr lang="en-US" dirty="0"/>
          </a:p>
          <a:p>
            <a:r>
              <a:rPr lang="en-US" b="1" dirty="0"/>
              <a:t>Window length</a:t>
            </a:r>
            <a:r>
              <a:rPr lang="en-US" dirty="0"/>
              <a:t> is the number of audio samples taken at once to analyze the signal.</a:t>
            </a:r>
          </a:p>
          <a:p>
            <a:endParaRPr lang="en-US" dirty="0"/>
          </a:p>
          <a:p>
            <a:r>
              <a:rPr lang="en-US" b="1" dirty="0"/>
              <a:t>Hop length</a:t>
            </a:r>
            <a:r>
              <a:rPr lang="en-US" dirty="0"/>
              <a:t> is how many samples we move forward before taking the next window.</a:t>
            </a:r>
          </a:p>
          <a:p>
            <a:endParaRPr lang="en-US" dirty="0"/>
          </a:p>
          <a:p>
            <a:r>
              <a:rPr lang="en-US" dirty="0"/>
              <a:t>*Smaller the hop length, greater is the overlap, smoother is the spectrogram but computation also increases.</a:t>
            </a:r>
          </a:p>
        </p:txBody>
      </p:sp>
      <p:pic>
        <p:nvPicPr>
          <p:cNvPr id="9" name="Picture 8">
            <a:extLst>
              <a:ext uri="{FF2B5EF4-FFF2-40B4-BE49-F238E27FC236}">
                <a16:creationId xmlns:a16="http://schemas.microsoft.com/office/drawing/2014/main" id="{2F3A594C-8716-67CE-6798-709B7D70EA7A}"/>
              </a:ext>
            </a:extLst>
          </p:cNvPr>
          <p:cNvPicPr>
            <a:picLocks noChangeAspect="1"/>
          </p:cNvPicPr>
          <p:nvPr/>
        </p:nvPicPr>
        <p:blipFill>
          <a:blip r:embed="rId2"/>
          <a:stretch>
            <a:fillRect/>
          </a:stretch>
        </p:blipFill>
        <p:spPr>
          <a:xfrm>
            <a:off x="6670736" y="1092202"/>
            <a:ext cx="5064064" cy="4995332"/>
          </a:xfrm>
          <a:prstGeom prst="rect">
            <a:avLst/>
          </a:prstGeom>
        </p:spPr>
      </p:pic>
      <p:sp>
        <p:nvSpPr>
          <p:cNvPr id="10" name="TextBox 9">
            <a:extLst>
              <a:ext uri="{FF2B5EF4-FFF2-40B4-BE49-F238E27FC236}">
                <a16:creationId xmlns:a16="http://schemas.microsoft.com/office/drawing/2014/main" id="{DBEF03D4-4898-BB24-947F-85DC5FBF179D}"/>
              </a:ext>
            </a:extLst>
          </p:cNvPr>
          <p:cNvSpPr txBox="1"/>
          <p:nvPr/>
        </p:nvSpPr>
        <p:spPr>
          <a:xfrm>
            <a:off x="6626542" y="6150450"/>
            <a:ext cx="5108258" cy="523220"/>
          </a:xfrm>
          <a:prstGeom prst="rect">
            <a:avLst/>
          </a:prstGeom>
          <a:noFill/>
        </p:spPr>
        <p:txBody>
          <a:bodyPr wrap="none" rtlCol="0">
            <a:spAutoFit/>
          </a:bodyPr>
          <a:lstStyle/>
          <a:p>
            <a:r>
              <a:rPr lang="en-US" sz="1400" dirty="0" err="1"/>
              <a:t>Img</a:t>
            </a:r>
            <a:r>
              <a:rPr lang="en-US" sz="1400" dirty="0"/>
              <a:t> Source: </a:t>
            </a:r>
            <a:r>
              <a:rPr lang="en-IN" sz="1400" dirty="0"/>
              <a:t>https://www.mathworks.com/help/dsp/ref/dsp.stft.html</a:t>
            </a:r>
          </a:p>
          <a:p>
            <a:endParaRPr lang="en-IN" sz="1400" dirty="0"/>
          </a:p>
        </p:txBody>
      </p:sp>
    </p:spTree>
    <p:extLst>
      <p:ext uri="{BB962C8B-B14F-4D97-AF65-F5344CB8AC3E}">
        <p14:creationId xmlns:p14="http://schemas.microsoft.com/office/powerpoint/2010/main" val="700209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E8BD5-B481-6E33-E910-C85209D0AA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A95814-02DC-99FF-F38A-D893D613F547}"/>
              </a:ext>
            </a:extLst>
          </p:cNvPr>
          <p:cNvSpPr>
            <a:spLocks noGrp="1"/>
          </p:cNvSpPr>
          <p:nvPr>
            <p:ph type="title"/>
          </p:nvPr>
        </p:nvSpPr>
        <p:spPr>
          <a:xfrm>
            <a:off x="1066800" y="0"/>
            <a:ext cx="10058400" cy="1371600"/>
          </a:xfrm>
        </p:spPr>
        <p:txBody>
          <a:bodyPr>
            <a:normAutofit/>
          </a:bodyPr>
          <a:lstStyle/>
          <a:p>
            <a:pPr algn="ctr"/>
            <a:r>
              <a:rPr lang="en-IN" sz="4000" dirty="0"/>
              <a:t>Efforts &amp; Methodology </a:t>
            </a:r>
            <a:endParaRPr lang="en-US" sz="4000" dirty="0"/>
          </a:p>
        </p:txBody>
      </p:sp>
      <p:sp>
        <p:nvSpPr>
          <p:cNvPr id="5" name="TextBox 4">
            <a:extLst>
              <a:ext uri="{FF2B5EF4-FFF2-40B4-BE49-F238E27FC236}">
                <a16:creationId xmlns:a16="http://schemas.microsoft.com/office/drawing/2014/main" id="{8C6A02B8-8D58-F028-F093-9D8DCBF0F84E}"/>
              </a:ext>
            </a:extLst>
          </p:cNvPr>
          <p:cNvSpPr txBox="1"/>
          <p:nvPr/>
        </p:nvSpPr>
        <p:spPr>
          <a:xfrm>
            <a:off x="414866" y="1134534"/>
            <a:ext cx="11362267" cy="5324535"/>
          </a:xfrm>
          <a:prstGeom prst="rect">
            <a:avLst/>
          </a:prstGeom>
          <a:noFill/>
        </p:spPr>
        <p:txBody>
          <a:bodyPr wrap="square" rtlCol="0">
            <a:spAutoFit/>
          </a:bodyPr>
          <a:lstStyle/>
          <a:p>
            <a:r>
              <a:rPr lang="en-US" sz="2200" u="sng" dirty="0"/>
              <a:t>Mel Spectrogram</a:t>
            </a:r>
          </a:p>
          <a:p>
            <a:endParaRPr lang="en-US" sz="1600" dirty="0"/>
          </a:p>
          <a:p>
            <a:r>
              <a:rPr lang="en-US" sz="1600" b="1" dirty="0"/>
              <a:t>Mel scale </a:t>
            </a:r>
            <a:r>
              <a:rPr lang="en-US" sz="1600" dirty="0"/>
              <a:t>represents frequencies according to human hearing perception.</a:t>
            </a:r>
          </a:p>
          <a:p>
            <a:r>
              <a:rPr lang="en-US" sz="1600" dirty="0"/>
              <a:t>Humans perceive pitch </a:t>
            </a:r>
            <a:r>
              <a:rPr lang="en-US" sz="1600" b="1" dirty="0"/>
              <a:t>logarithmically</a:t>
            </a:r>
            <a:r>
              <a:rPr lang="en-US" sz="1600" dirty="0"/>
              <a:t>, not linearly.</a:t>
            </a:r>
          </a:p>
          <a:p>
            <a:r>
              <a:rPr lang="en-US" sz="1600" dirty="0"/>
              <a:t>Difference between </a:t>
            </a:r>
            <a:r>
              <a:rPr lang="en-US" sz="1600" b="1" dirty="0"/>
              <a:t>100 Hz → 200 Hz</a:t>
            </a:r>
            <a:r>
              <a:rPr lang="en-US" sz="1600" dirty="0"/>
              <a:t> sounds big </a:t>
            </a:r>
          </a:p>
          <a:p>
            <a:r>
              <a:rPr lang="en-US" sz="1600" dirty="0"/>
              <a:t>Difference between </a:t>
            </a:r>
            <a:r>
              <a:rPr lang="en-US" sz="1600" b="1" dirty="0"/>
              <a:t>10000 Hz → 10100 Hz</a:t>
            </a:r>
            <a:r>
              <a:rPr lang="en-US" sz="1600" dirty="0"/>
              <a:t> sounds very small </a:t>
            </a:r>
          </a:p>
          <a:p>
            <a:endParaRPr lang="en-US" sz="1600" dirty="0"/>
          </a:p>
          <a:p>
            <a:r>
              <a:rPr lang="en-US" sz="1600" dirty="0"/>
              <a:t>Mel scale adjusts frequency axis to reflect this perception. Without Mel scaling, the model would treat the pitch difference between 10 kHz and 10.1 kHz as similar to the difference between 100 Hz and 200 Hz, which is not correct according to human perception. This is why mel scale works well for sound analysis.</a:t>
            </a:r>
          </a:p>
          <a:p>
            <a:endParaRPr lang="en-US" sz="1600" dirty="0"/>
          </a:p>
          <a:p>
            <a:r>
              <a:rPr lang="en-US" sz="1600" dirty="0"/>
              <a:t>STFT output was converted into the Mel scale. Additionally, loudness normalization using </a:t>
            </a:r>
            <a:r>
              <a:rPr lang="en-US" sz="1600" b="1" dirty="0"/>
              <a:t>decibel </a:t>
            </a:r>
            <a:r>
              <a:rPr lang="en-US" sz="1600" dirty="0"/>
              <a:t>(log) scaling was applied, since humans perceive loudness logarithmically. Without log scaling, large amplitude values dominate the feature space, making the model sensitive to volume rather than meaningful spectral patterns. Finally, </a:t>
            </a:r>
            <a:r>
              <a:rPr lang="en-US" sz="1600" b="1" dirty="0"/>
              <a:t>min–max normalization </a:t>
            </a:r>
            <a:r>
              <a:rPr lang="en-US" sz="1600" dirty="0"/>
              <a:t>was applied.</a:t>
            </a:r>
          </a:p>
          <a:p>
            <a:r>
              <a:rPr lang="en-US" sz="1600" dirty="0"/>
              <a:t>Mel Spectrogram captures	</a:t>
            </a:r>
          </a:p>
          <a:p>
            <a:pPr marL="285750" indent="-285750">
              <a:buFont typeface="Courier New" panose="02070309020205020404" pitchFamily="49" charset="0"/>
              <a:buChar char="o"/>
            </a:pPr>
            <a:r>
              <a:rPr lang="en-US" sz="1600" dirty="0"/>
              <a:t>Time Info</a:t>
            </a:r>
          </a:p>
          <a:p>
            <a:pPr marL="285750" indent="-285750">
              <a:buFont typeface="Courier New" panose="02070309020205020404" pitchFamily="49" charset="0"/>
              <a:buChar char="o"/>
            </a:pPr>
            <a:r>
              <a:rPr lang="en-US" sz="1600" dirty="0"/>
              <a:t>Frequency Info</a:t>
            </a:r>
          </a:p>
          <a:p>
            <a:pPr marL="285750" indent="-285750">
              <a:buFont typeface="Courier New" panose="02070309020205020404" pitchFamily="49" charset="0"/>
              <a:buChar char="o"/>
            </a:pPr>
            <a:r>
              <a:rPr lang="en-US" sz="1600" dirty="0"/>
              <a:t>Loudness</a:t>
            </a:r>
          </a:p>
          <a:p>
            <a:endParaRPr lang="en-US" sz="1600" dirty="0"/>
          </a:p>
          <a:p>
            <a:r>
              <a:rPr lang="en-US" sz="1600" dirty="0"/>
              <a:t>We directly passed the Mel spectrogram array as input to the model instead of converting it to an image, resulting in faster training and preprocessing.</a:t>
            </a:r>
          </a:p>
        </p:txBody>
      </p:sp>
    </p:spTree>
    <p:extLst>
      <p:ext uri="{BB962C8B-B14F-4D97-AF65-F5344CB8AC3E}">
        <p14:creationId xmlns:p14="http://schemas.microsoft.com/office/powerpoint/2010/main" val="4201069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CEFFD-8E25-6946-F14B-A7677C5B6F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572BEB-462F-89F6-7911-D44DDE5923C4}"/>
              </a:ext>
            </a:extLst>
          </p:cNvPr>
          <p:cNvSpPr>
            <a:spLocks noGrp="1"/>
          </p:cNvSpPr>
          <p:nvPr>
            <p:ph type="title"/>
          </p:nvPr>
        </p:nvSpPr>
        <p:spPr>
          <a:xfrm>
            <a:off x="1066800" y="0"/>
            <a:ext cx="10058400" cy="1371600"/>
          </a:xfrm>
        </p:spPr>
        <p:txBody>
          <a:bodyPr>
            <a:normAutofit/>
          </a:bodyPr>
          <a:lstStyle/>
          <a:p>
            <a:pPr algn="ctr"/>
            <a:r>
              <a:rPr lang="en-IN" sz="4000" dirty="0"/>
              <a:t>Efforts &amp; Methodology</a:t>
            </a:r>
            <a:endParaRPr lang="en-US" sz="4000" dirty="0"/>
          </a:p>
        </p:txBody>
      </p:sp>
      <p:sp>
        <p:nvSpPr>
          <p:cNvPr id="5" name="TextBox 4">
            <a:extLst>
              <a:ext uri="{FF2B5EF4-FFF2-40B4-BE49-F238E27FC236}">
                <a16:creationId xmlns:a16="http://schemas.microsoft.com/office/drawing/2014/main" id="{01C9B33E-65E0-3BAA-F9BC-2AC267766DDA}"/>
              </a:ext>
            </a:extLst>
          </p:cNvPr>
          <p:cNvSpPr txBox="1"/>
          <p:nvPr/>
        </p:nvSpPr>
        <p:spPr>
          <a:xfrm>
            <a:off x="414866" y="1295401"/>
            <a:ext cx="11362267" cy="4770537"/>
          </a:xfrm>
          <a:prstGeom prst="rect">
            <a:avLst/>
          </a:prstGeom>
          <a:noFill/>
        </p:spPr>
        <p:txBody>
          <a:bodyPr wrap="square" rtlCol="0">
            <a:spAutoFit/>
          </a:bodyPr>
          <a:lstStyle/>
          <a:p>
            <a:pPr lvl="0" defTabSz="914400" eaLnBrk="0" fontAlgn="base" hangingPunct="0">
              <a:spcBef>
                <a:spcPct val="0"/>
              </a:spcBef>
              <a:spcAft>
                <a:spcPct val="0"/>
              </a:spcAft>
            </a:pPr>
            <a:r>
              <a:rPr lang="en-IN" sz="2200" u="sng" dirty="0"/>
              <a:t>Model Training Process</a:t>
            </a:r>
          </a:p>
          <a:p>
            <a:pPr lvl="0" defTabSz="914400" eaLnBrk="0" fontAlgn="base" hangingPunct="0">
              <a:spcBef>
                <a:spcPct val="0"/>
              </a:spcBef>
              <a:spcAft>
                <a:spcPct val="0"/>
              </a:spcAft>
            </a:pPr>
            <a:endParaRPr lang="en-US" altLang="en-US" sz="2200" u="sng" dirty="0"/>
          </a:p>
          <a:p>
            <a:pPr defTabSz="914400" eaLnBrk="0" fontAlgn="base" hangingPunct="0">
              <a:spcBef>
                <a:spcPct val="0"/>
              </a:spcBef>
              <a:spcAft>
                <a:spcPct val="0"/>
              </a:spcAft>
              <a:buFontTx/>
              <a:buChar char="•"/>
            </a:pPr>
            <a:r>
              <a:rPr lang="en-US" altLang="en-US" sz="2000" dirty="0"/>
              <a:t> Initially in spectrogram generation, kept the hop-length equal to the window-size which led to no overlap between consecutive windows leading to information loss, then hop-length was set to be half of window-size </a:t>
            </a:r>
          </a:p>
          <a:p>
            <a:pPr lvl="0" defTabSz="914400" eaLnBrk="0" fontAlgn="base" hangingPunct="0">
              <a:spcBef>
                <a:spcPct val="0"/>
              </a:spcBef>
              <a:spcAft>
                <a:spcPct val="0"/>
              </a:spcAft>
              <a:buFontTx/>
              <a:buChar char="•"/>
            </a:pPr>
            <a:r>
              <a:rPr lang="en-US" altLang="en-US" sz="2000" dirty="0"/>
              <a:t> Initially defined model parameters and trained the network </a:t>
            </a:r>
          </a:p>
          <a:p>
            <a:pPr lvl="0" defTabSz="914400" eaLnBrk="0" fontAlgn="base" hangingPunct="0">
              <a:spcBef>
                <a:spcPct val="0"/>
              </a:spcBef>
              <a:spcAft>
                <a:spcPct val="0"/>
              </a:spcAft>
              <a:buFontTx/>
              <a:buChar char="•"/>
            </a:pPr>
            <a:r>
              <a:rPr lang="en-US" altLang="en-US" sz="2000" dirty="0"/>
              <a:t> Observed </a:t>
            </a:r>
            <a:r>
              <a:rPr lang="en-US" altLang="en-US" sz="2000" b="1" dirty="0"/>
              <a:t>very low validation accuracy (~50%)</a:t>
            </a:r>
            <a:r>
              <a:rPr lang="en-US" altLang="en-US" sz="2000" dirty="0"/>
              <a:t> despite </a:t>
            </a:r>
            <a:r>
              <a:rPr lang="en-US" altLang="en-US" sz="2000" b="1" dirty="0"/>
              <a:t>very low loss (~0.01)</a:t>
            </a:r>
            <a:r>
              <a:rPr lang="en-US" altLang="en-US" sz="2000" dirty="0"/>
              <a:t> → indication of poor generalization / overfitting </a:t>
            </a:r>
          </a:p>
          <a:p>
            <a:pPr lvl="0" defTabSz="914400" eaLnBrk="0" fontAlgn="base" hangingPunct="0">
              <a:spcBef>
                <a:spcPct val="0"/>
              </a:spcBef>
              <a:spcAft>
                <a:spcPct val="0"/>
              </a:spcAft>
              <a:buFontTx/>
              <a:buChar char="•"/>
            </a:pPr>
            <a:r>
              <a:rPr lang="en-US" altLang="en-US" sz="2000" dirty="0"/>
              <a:t> Modified </a:t>
            </a:r>
            <a:r>
              <a:rPr lang="en-US" altLang="en-US" sz="2000" b="1" dirty="0"/>
              <a:t>hyperparameters</a:t>
            </a:r>
            <a:r>
              <a:rPr lang="en-US" altLang="en-US" sz="2000" dirty="0"/>
              <a:t> (learning rate, output-channels, apply batch-normalization, kernel-size, apply max-pooling, varying stride) to improve generalization.</a:t>
            </a:r>
          </a:p>
          <a:p>
            <a:pPr lvl="0" defTabSz="914400" eaLnBrk="0" fontAlgn="base" hangingPunct="0">
              <a:spcBef>
                <a:spcPct val="0"/>
              </a:spcBef>
              <a:spcAft>
                <a:spcPct val="0"/>
              </a:spcAft>
              <a:buFontTx/>
              <a:buChar char="•"/>
            </a:pPr>
            <a:r>
              <a:rPr lang="en-US" altLang="en-US" sz="2000" dirty="0"/>
              <a:t> Stored the current </a:t>
            </a:r>
            <a:r>
              <a:rPr lang="en-US" altLang="en-US" sz="2000" b="1" dirty="0"/>
              <a:t>max validation accuracy </a:t>
            </a:r>
            <a:r>
              <a:rPr lang="en-US" altLang="en-US" sz="2000" dirty="0"/>
              <a:t>and saved model whenever current validation accuracy exceeded max validation accuracy</a:t>
            </a:r>
          </a:p>
          <a:p>
            <a:pPr lvl="0" defTabSz="914400" eaLnBrk="0" fontAlgn="base" hangingPunct="0">
              <a:spcBef>
                <a:spcPct val="0"/>
              </a:spcBef>
              <a:spcAft>
                <a:spcPct val="0"/>
              </a:spcAft>
              <a:buFontTx/>
              <a:buChar char="•"/>
            </a:pPr>
            <a:r>
              <a:rPr lang="en-US" altLang="en-US" sz="2000" dirty="0"/>
              <a:t> Repeated training–tuning cycle multiple times until achieving </a:t>
            </a:r>
            <a:r>
              <a:rPr lang="en-US" altLang="en-US" sz="2000" b="1" dirty="0"/>
              <a:t>reasonable validation accuracy (~70–73%)</a:t>
            </a:r>
            <a:r>
              <a:rPr lang="en-US" altLang="en-US" sz="2000" dirty="0"/>
              <a:t> with </a:t>
            </a:r>
            <a:r>
              <a:rPr lang="en-US" altLang="en-US" sz="2000" b="1" dirty="0"/>
              <a:t>loss ~0.65–0.7</a:t>
            </a:r>
            <a:r>
              <a:rPr lang="en-US" altLang="en-US" sz="2000" dirty="0"/>
              <a:t> </a:t>
            </a:r>
          </a:p>
          <a:p>
            <a:pPr lvl="0" defTabSz="914400" eaLnBrk="0" fontAlgn="base" hangingPunct="0">
              <a:spcBef>
                <a:spcPct val="0"/>
              </a:spcBef>
              <a:spcAft>
                <a:spcPct val="0"/>
              </a:spcAft>
              <a:buFontTx/>
              <a:buChar char="•"/>
            </a:pPr>
            <a:r>
              <a:rPr lang="en-US" altLang="en-US" sz="2000" dirty="0"/>
              <a:t> Final model was </a:t>
            </a:r>
            <a:r>
              <a:rPr lang="en-US" altLang="en-US" sz="2000" b="1" dirty="0"/>
              <a:t>retrained multiple times</a:t>
            </a:r>
            <a:r>
              <a:rPr lang="en-US" altLang="en-US" sz="2000" dirty="0"/>
              <a:t>, since optimization may converge to different local minima </a:t>
            </a:r>
          </a:p>
          <a:p>
            <a:pPr lvl="0" defTabSz="914400" eaLnBrk="0" fontAlgn="base" hangingPunct="0">
              <a:spcBef>
                <a:spcPct val="0"/>
              </a:spcBef>
              <a:spcAft>
                <a:spcPct val="0"/>
              </a:spcAft>
              <a:buFontTx/>
              <a:buChar char="•"/>
            </a:pPr>
            <a:r>
              <a:rPr lang="en-US" altLang="en-US" sz="2000" dirty="0"/>
              <a:t> Selected the model run achieving </a:t>
            </a:r>
            <a:r>
              <a:rPr lang="en-US" altLang="en-US" sz="2000" b="1" dirty="0"/>
              <a:t>satisfactory performance (80%+ test accuracy)</a:t>
            </a:r>
            <a:r>
              <a:rPr lang="en-US" altLang="en-US" sz="2000" dirty="0"/>
              <a:t> </a:t>
            </a:r>
          </a:p>
        </p:txBody>
      </p:sp>
    </p:spTree>
    <p:extLst>
      <p:ext uri="{BB962C8B-B14F-4D97-AF65-F5344CB8AC3E}">
        <p14:creationId xmlns:p14="http://schemas.microsoft.com/office/powerpoint/2010/main" val="11775709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35BE3-ADE6-FD59-33FC-76B282E5C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4AAE48-0075-EA4F-5808-C0A7CF20322E}"/>
              </a:ext>
            </a:extLst>
          </p:cNvPr>
          <p:cNvSpPr>
            <a:spLocks noGrp="1"/>
          </p:cNvSpPr>
          <p:nvPr>
            <p:ph type="title"/>
          </p:nvPr>
        </p:nvSpPr>
        <p:spPr>
          <a:xfrm>
            <a:off x="1066800" y="0"/>
            <a:ext cx="10058400" cy="1371600"/>
          </a:xfrm>
        </p:spPr>
        <p:txBody>
          <a:bodyPr>
            <a:normAutofit/>
          </a:bodyPr>
          <a:lstStyle/>
          <a:p>
            <a:pPr algn="ctr"/>
            <a:r>
              <a:rPr lang="en-IN" sz="4000" dirty="0"/>
              <a:t>Efforts &amp; Methodology</a:t>
            </a:r>
            <a:endParaRPr lang="en-US" sz="4000" dirty="0"/>
          </a:p>
        </p:txBody>
      </p:sp>
      <p:sp>
        <p:nvSpPr>
          <p:cNvPr id="5" name="TextBox 4">
            <a:extLst>
              <a:ext uri="{FF2B5EF4-FFF2-40B4-BE49-F238E27FC236}">
                <a16:creationId xmlns:a16="http://schemas.microsoft.com/office/drawing/2014/main" id="{95C6CE96-BD31-7506-6930-13460E2B710F}"/>
              </a:ext>
            </a:extLst>
          </p:cNvPr>
          <p:cNvSpPr txBox="1"/>
          <p:nvPr/>
        </p:nvSpPr>
        <p:spPr>
          <a:xfrm>
            <a:off x="414866" y="685800"/>
            <a:ext cx="11362267" cy="5663089"/>
          </a:xfrm>
          <a:prstGeom prst="rect">
            <a:avLst/>
          </a:prstGeom>
          <a:noFill/>
        </p:spPr>
        <p:txBody>
          <a:bodyPr wrap="square" rtlCol="0">
            <a:spAutoFit/>
          </a:bodyPr>
          <a:lstStyle/>
          <a:p>
            <a:r>
              <a:rPr lang="en-US" sz="2200" u="sng" dirty="0"/>
              <a:t>Challenges Faced</a:t>
            </a:r>
          </a:p>
          <a:p>
            <a:endParaRPr lang="en-IN" dirty="0"/>
          </a:p>
          <a:p>
            <a:r>
              <a:rPr lang="en-US" dirty="0"/>
              <a:t>1) GTZAN dataset contains only </a:t>
            </a:r>
            <a:r>
              <a:rPr lang="en-US" b="1" dirty="0"/>
              <a:t>100 samples per genre</a:t>
            </a:r>
            <a:r>
              <a:rPr lang="en-US" dirty="0"/>
              <a:t>, which is relatively small for deep learning.</a:t>
            </a:r>
          </a:p>
          <a:p>
            <a:r>
              <a:rPr lang="en-US" dirty="0"/>
              <a:t>Deep learning models like CNN and ResNet usually perform better with large datasets.</a:t>
            </a:r>
          </a:p>
          <a:p>
            <a:endParaRPr lang="en-US" dirty="0"/>
          </a:p>
          <a:p>
            <a:r>
              <a:rPr lang="en-US" dirty="0"/>
              <a:t>2) The split was 85:10:5 (</a:t>
            </a:r>
            <a:r>
              <a:rPr lang="en-US" dirty="0" err="1"/>
              <a:t>train:validate:test</a:t>
            </a:r>
            <a:r>
              <a:rPr lang="en-US" dirty="0"/>
              <a:t>) due to the small dataset. Only </a:t>
            </a:r>
            <a:r>
              <a:rPr lang="en-US" b="1" dirty="0"/>
              <a:t>5 test samples per class</a:t>
            </a:r>
            <a:r>
              <a:rPr lang="en-US" dirty="0"/>
              <a:t> were available due to which </a:t>
            </a:r>
            <a:r>
              <a:rPr lang="en-IN" dirty="0"/>
              <a:t>performance metrics fluctuate more</a:t>
            </a:r>
          </a:p>
          <a:p>
            <a:endParaRPr lang="en-IN" dirty="0"/>
          </a:p>
          <a:p>
            <a:r>
              <a:rPr lang="en-IN" dirty="0"/>
              <a:t>3) </a:t>
            </a:r>
            <a:r>
              <a:rPr lang="en-US" dirty="0"/>
              <a:t>Since the model was trained on 30s samples, testing must also be done on 30s samples to match spectrogram dimensions. If larger samples (e.g., 1 min) were used, hop length and window size would need to be increased to maintain spectrogram dimensions, leading to loss of time-frequency resolution. 30s duration is sometimes insufficient to accurately classify genre.</a:t>
            </a:r>
          </a:p>
          <a:p>
            <a:endParaRPr lang="en-US" dirty="0"/>
          </a:p>
          <a:p>
            <a:r>
              <a:rPr lang="en-US" dirty="0"/>
              <a:t>4) Some music genres share similar characteristics.</a:t>
            </a:r>
          </a:p>
          <a:p>
            <a:r>
              <a:rPr lang="en-US" dirty="0"/>
              <a:t>Some examples include: </a:t>
            </a:r>
          </a:p>
          <a:p>
            <a:r>
              <a:rPr lang="en-US" dirty="0"/>
              <a:t>    Rock and metal</a:t>
            </a:r>
          </a:p>
          <a:p>
            <a:r>
              <a:rPr lang="en-US" dirty="0"/>
              <a:t>    Disco and pop</a:t>
            </a:r>
          </a:p>
          <a:p>
            <a:r>
              <a:rPr lang="en-US" dirty="0"/>
              <a:t>    Blues and jazz</a:t>
            </a:r>
          </a:p>
          <a:p>
            <a:endParaRPr lang="en-US" dirty="0"/>
          </a:p>
          <a:p>
            <a:r>
              <a:rPr lang="en-IN" dirty="0"/>
              <a:t>5)</a:t>
            </a:r>
            <a:r>
              <a:rPr lang="en-US" dirty="0"/>
              <a:t> Validation accuracy was lower than test accuracy. The validation set has 100 samples and the test set has 50 samples, which are small sizes for this problem. Even few misclassifications can cause large changes in accuracy, which is what happened here.</a:t>
            </a:r>
          </a:p>
        </p:txBody>
      </p:sp>
    </p:spTree>
    <p:extLst>
      <p:ext uri="{BB962C8B-B14F-4D97-AF65-F5344CB8AC3E}">
        <p14:creationId xmlns:p14="http://schemas.microsoft.com/office/powerpoint/2010/main" val="1755993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F87BC-62D6-14EF-B833-75FEBAD40C10}"/>
              </a:ext>
            </a:extLst>
          </p:cNvPr>
          <p:cNvSpPr>
            <a:spLocks noGrp="1"/>
          </p:cNvSpPr>
          <p:nvPr>
            <p:ph type="title"/>
          </p:nvPr>
        </p:nvSpPr>
        <p:spPr>
          <a:xfrm>
            <a:off x="1066800" y="457200"/>
            <a:ext cx="10058400" cy="1143000"/>
          </a:xfrm>
        </p:spPr>
        <p:txBody>
          <a:bodyPr/>
          <a:lstStyle/>
          <a:p>
            <a:r>
              <a:rPr lang="en-US" dirty="0"/>
              <a:t>Result &amp; Analysis</a:t>
            </a:r>
            <a:endParaRPr lang="en-IN" dirty="0"/>
          </a:p>
        </p:txBody>
      </p:sp>
      <p:graphicFrame>
        <p:nvGraphicFramePr>
          <p:cNvPr id="9" name="Content Placeholder 8">
            <a:extLst>
              <a:ext uri="{FF2B5EF4-FFF2-40B4-BE49-F238E27FC236}">
                <a16:creationId xmlns:a16="http://schemas.microsoft.com/office/drawing/2014/main" id="{C3FB9B4D-F928-AFA1-A9A3-B709FDE154C1}"/>
              </a:ext>
            </a:extLst>
          </p:cNvPr>
          <p:cNvGraphicFramePr>
            <a:graphicFrameLocks noGrp="1"/>
          </p:cNvGraphicFramePr>
          <p:nvPr>
            <p:ph idx="1"/>
            <p:extLst>
              <p:ext uri="{D42A27DB-BD31-4B8C-83A1-F6EECF244321}">
                <p14:modId xmlns:p14="http://schemas.microsoft.com/office/powerpoint/2010/main" val="3957750696"/>
              </p:ext>
            </p:extLst>
          </p:nvPr>
        </p:nvGraphicFramePr>
        <p:xfrm>
          <a:off x="1066800" y="2103438"/>
          <a:ext cx="5029200" cy="3652200"/>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3718831196"/>
                    </a:ext>
                  </a:extLst>
                </a:gridCol>
                <a:gridCol w="2514600">
                  <a:extLst>
                    <a:ext uri="{9D8B030D-6E8A-4147-A177-3AD203B41FA5}">
                      <a16:colId xmlns:a16="http://schemas.microsoft.com/office/drawing/2014/main" val="179258431"/>
                    </a:ext>
                  </a:extLst>
                </a:gridCol>
              </a:tblGrid>
              <a:tr h="730440">
                <a:tc>
                  <a:txBody>
                    <a:bodyPr/>
                    <a:lstStyle/>
                    <a:p>
                      <a:r>
                        <a:rPr lang="en-US" dirty="0"/>
                        <a:t>Model</a:t>
                      </a:r>
                      <a:endParaRPr lang="en-IN" dirty="0"/>
                    </a:p>
                  </a:txBody>
                  <a:tcPr/>
                </a:tc>
                <a:tc>
                  <a:txBody>
                    <a:bodyPr/>
                    <a:lstStyle/>
                    <a:p>
                      <a:r>
                        <a:rPr lang="en-US" dirty="0"/>
                        <a:t>Test Accuracy</a:t>
                      </a:r>
                      <a:endParaRPr lang="en-IN" dirty="0"/>
                    </a:p>
                  </a:txBody>
                  <a:tcPr/>
                </a:tc>
                <a:extLst>
                  <a:ext uri="{0D108BD9-81ED-4DB2-BD59-A6C34878D82A}">
                    <a16:rowId xmlns:a16="http://schemas.microsoft.com/office/drawing/2014/main" val="2298344972"/>
                  </a:ext>
                </a:extLst>
              </a:tr>
              <a:tr h="730440">
                <a:tc>
                  <a:txBody>
                    <a:bodyPr/>
                    <a:lstStyle/>
                    <a:p>
                      <a:r>
                        <a:rPr lang="en-US" dirty="0"/>
                        <a:t>RBF Kernel SVM</a:t>
                      </a:r>
                      <a:endParaRPr lang="en-IN" dirty="0"/>
                    </a:p>
                  </a:txBody>
                  <a:tcPr/>
                </a:tc>
                <a:tc>
                  <a:txBody>
                    <a:bodyPr/>
                    <a:lstStyle/>
                    <a:p>
                      <a:r>
                        <a:rPr lang="en-US" dirty="0"/>
                        <a:t>48%</a:t>
                      </a:r>
                      <a:endParaRPr lang="en-IN" dirty="0"/>
                    </a:p>
                  </a:txBody>
                  <a:tcPr/>
                </a:tc>
                <a:extLst>
                  <a:ext uri="{0D108BD9-81ED-4DB2-BD59-A6C34878D82A}">
                    <a16:rowId xmlns:a16="http://schemas.microsoft.com/office/drawing/2014/main" val="1320718877"/>
                  </a:ext>
                </a:extLst>
              </a:tr>
              <a:tr h="730440">
                <a:tc>
                  <a:txBody>
                    <a:bodyPr/>
                    <a:lstStyle/>
                    <a:p>
                      <a:r>
                        <a:rPr lang="en-US" dirty="0"/>
                        <a:t>CNN</a:t>
                      </a:r>
                      <a:endParaRPr lang="en-IN" dirty="0"/>
                    </a:p>
                  </a:txBody>
                  <a:tcPr/>
                </a:tc>
                <a:tc>
                  <a:txBody>
                    <a:bodyPr/>
                    <a:lstStyle/>
                    <a:p>
                      <a:r>
                        <a:rPr lang="en-US" dirty="0"/>
                        <a:t>72%</a:t>
                      </a:r>
                      <a:endParaRPr lang="en-IN" dirty="0"/>
                    </a:p>
                  </a:txBody>
                  <a:tcPr/>
                </a:tc>
                <a:extLst>
                  <a:ext uri="{0D108BD9-81ED-4DB2-BD59-A6C34878D82A}">
                    <a16:rowId xmlns:a16="http://schemas.microsoft.com/office/drawing/2014/main" val="2611217474"/>
                  </a:ext>
                </a:extLst>
              </a:tr>
              <a:tr h="730440">
                <a:tc>
                  <a:txBody>
                    <a:bodyPr/>
                    <a:lstStyle/>
                    <a:p>
                      <a:r>
                        <a:rPr lang="en-US" dirty="0"/>
                        <a:t>ResNet</a:t>
                      </a:r>
                      <a:endParaRPr lang="en-IN" dirty="0"/>
                    </a:p>
                  </a:txBody>
                  <a:tcPr/>
                </a:tc>
                <a:tc>
                  <a:txBody>
                    <a:bodyPr/>
                    <a:lstStyle/>
                    <a:p>
                      <a:r>
                        <a:rPr lang="en-US" dirty="0"/>
                        <a:t>84%</a:t>
                      </a:r>
                      <a:endParaRPr lang="en-IN" dirty="0"/>
                    </a:p>
                  </a:txBody>
                  <a:tcPr/>
                </a:tc>
                <a:extLst>
                  <a:ext uri="{0D108BD9-81ED-4DB2-BD59-A6C34878D82A}">
                    <a16:rowId xmlns:a16="http://schemas.microsoft.com/office/drawing/2014/main" val="1723002216"/>
                  </a:ext>
                </a:extLst>
              </a:tr>
              <a:tr h="730440">
                <a:tc>
                  <a:txBody>
                    <a:bodyPr/>
                    <a:lstStyle/>
                    <a:p>
                      <a:r>
                        <a:rPr lang="en-US" dirty="0" err="1"/>
                        <a:t>MobileNet</a:t>
                      </a:r>
                      <a:r>
                        <a:rPr lang="en-US" dirty="0"/>
                        <a:t> v2</a:t>
                      </a:r>
                      <a:endParaRPr lang="en-IN" dirty="0"/>
                    </a:p>
                  </a:txBody>
                  <a:tcPr/>
                </a:tc>
                <a:tc>
                  <a:txBody>
                    <a:bodyPr/>
                    <a:lstStyle/>
                    <a:p>
                      <a:r>
                        <a:rPr lang="en-US" dirty="0"/>
                        <a:t>62%</a:t>
                      </a:r>
                      <a:endParaRPr lang="en-IN" dirty="0"/>
                    </a:p>
                  </a:txBody>
                  <a:tcPr/>
                </a:tc>
                <a:extLst>
                  <a:ext uri="{0D108BD9-81ED-4DB2-BD59-A6C34878D82A}">
                    <a16:rowId xmlns:a16="http://schemas.microsoft.com/office/drawing/2014/main" val="3577907404"/>
                  </a:ext>
                </a:extLst>
              </a:tr>
            </a:tbl>
          </a:graphicData>
        </a:graphic>
      </p:graphicFrame>
      <p:sp>
        <p:nvSpPr>
          <p:cNvPr id="8" name="TextBox 7">
            <a:extLst>
              <a:ext uri="{FF2B5EF4-FFF2-40B4-BE49-F238E27FC236}">
                <a16:creationId xmlns:a16="http://schemas.microsoft.com/office/drawing/2014/main" id="{05D8CA70-644F-7F0B-B74F-713BD80B392B}"/>
              </a:ext>
            </a:extLst>
          </p:cNvPr>
          <p:cNvSpPr txBox="1"/>
          <p:nvPr/>
        </p:nvSpPr>
        <p:spPr>
          <a:xfrm>
            <a:off x="7022228" y="5850374"/>
            <a:ext cx="3718197" cy="369332"/>
          </a:xfrm>
          <a:prstGeom prst="rect">
            <a:avLst/>
          </a:prstGeom>
          <a:noFill/>
        </p:spPr>
        <p:txBody>
          <a:bodyPr wrap="none" rtlCol="0">
            <a:spAutoFit/>
          </a:bodyPr>
          <a:lstStyle/>
          <a:p>
            <a:r>
              <a:rPr lang="en-US" dirty="0"/>
              <a:t>Confusion Matrix (ResNet) for Test Set</a:t>
            </a:r>
            <a:endParaRPr lang="en-IN" dirty="0"/>
          </a:p>
        </p:txBody>
      </p:sp>
      <p:sp>
        <p:nvSpPr>
          <p:cNvPr id="10" name="TextBox 9">
            <a:extLst>
              <a:ext uri="{FF2B5EF4-FFF2-40B4-BE49-F238E27FC236}">
                <a16:creationId xmlns:a16="http://schemas.microsoft.com/office/drawing/2014/main" id="{187DBA59-4334-79F4-603B-9BB72D2BE559}"/>
              </a:ext>
            </a:extLst>
          </p:cNvPr>
          <p:cNvSpPr txBox="1"/>
          <p:nvPr/>
        </p:nvSpPr>
        <p:spPr>
          <a:xfrm>
            <a:off x="1066800" y="1482487"/>
            <a:ext cx="3148619" cy="369332"/>
          </a:xfrm>
          <a:prstGeom prst="rect">
            <a:avLst/>
          </a:prstGeom>
          <a:noFill/>
        </p:spPr>
        <p:txBody>
          <a:bodyPr wrap="none" rtlCol="0">
            <a:spAutoFit/>
          </a:bodyPr>
          <a:lstStyle/>
          <a:p>
            <a:r>
              <a:rPr lang="en-US" b="1" u="sng" dirty="0"/>
              <a:t>Model Accuracy Comparison</a:t>
            </a:r>
            <a:endParaRPr lang="en-IN" b="1" u="sng" dirty="0"/>
          </a:p>
        </p:txBody>
      </p:sp>
      <p:pic>
        <p:nvPicPr>
          <p:cNvPr id="12" name="Picture 11">
            <a:extLst>
              <a:ext uri="{FF2B5EF4-FFF2-40B4-BE49-F238E27FC236}">
                <a16:creationId xmlns:a16="http://schemas.microsoft.com/office/drawing/2014/main" id="{7A5A7B68-B349-8627-B04F-DDD631C1152A}"/>
              </a:ext>
            </a:extLst>
          </p:cNvPr>
          <p:cNvPicPr>
            <a:picLocks noChangeAspect="1"/>
          </p:cNvPicPr>
          <p:nvPr/>
        </p:nvPicPr>
        <p:blipFill>
          <a:blip r:embed="rId2"/>
          <a:stretch>
            <a:fillRect/>
          </a:stretch>
        </p:blipFill>
        <p:spPr>
          <a:xfrm>
            <a:off x="6505391" y="1455630"/>
            <a:ext cx="4751873" cy="4300008"/>
          </a:xfrm>
          <a:prstGeom prst="rect">
            <a:avLst/>
          </a:prstGeom>
        </p:spPr>
      </p:pic>
    </p:spTree>
    <p:extLst>
      <p:ext uri="{BB962C8B-B14F-4D97-AF65-F5344CB8AC3E}">
        <p14:creationId xmlns:p14="http://schemas.microsoft.com/office/powerpoint/2010/main" val="3248863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095DA-8E7B-5E7A-EC40-2A15A139444D}"/>
              </a:ext>
            </a:extLst>
          </p:cNvPr>
          <p:cNvSpPr>
            <a:spLocks noGrp="1"/>
          </p:cNvSpPr>
          <p:nvPr>
            <p:ph type="title"/>
          </p:nvPr>
        </p:nvSpPr>
        <p:spPr>
          <a:xfrm>
            <a:off x="1066800" y="1167554"/>
            <a:ext cx="10058400" cy="1371600"/>
          </a:xfrm>
        </p:spPr>
        <p:txBody>
          <a:bodyPr>
            <a:normAutofit/>
          </a:bodyPr>
          <a:lstStyle/>
          <a:p>
            <a:r>
              <a:rPr lang="en-US" sz="2800" dirty="0"/>
              <a:t>Why CNN models performed better than SVM</a:t>
            </a:r>
            <a:endParaRPr lang="en-IN" sz="2800" dirty="0"/>
          </a:p>
        </p:txBody>
      </p:sp>
      <p:sp>
        <p:nvSpPr>
          <p:cNvPr id="3" name="Content Placeholder 2">
            <a:extLst>
              <a:ext uri="{FF2B5EF4-FFF2-40B4-BE49-F238E27FC236}">
                <a16:creationId xmlns:a16="http://schemas.microsoft.com/office/drawing/2014/main" id="{756A3287-7679-0079-A96F-1AEFA7C7F574}"/>
              </a:ext>
            </a:extLst>
          </p:cNvPr>
          <p:cNvSpPr>
            <a:spLocks noGrp="1"/>
          </p:cNvSpPr>
          <p:nvPr>
            <p:ph idx="1"/>
          </p:nvPr>
        </p:nvSpPr>
        <p:spPr>
          <a:xfrm>
            <a:off x="1066800" y="2310554"/>
            <a:ext cx="10058400" cy="3218179"/>
          </a:xfrm>
        </p:spPr>
        <p:txBody>
          <a:bodyPr/>
          <a:lstStyle/>
          <a:p>
            <a:r>
              <a:rPr lang="en-US" dirty="0"/>
              <a:t>CNN performed better because it preserves local time-frequency structure and learns hierarchical features automatically.</a:t>
            </a:r>
          </a:p>
          <a:p>
            <a:r>
              <a:rPr lang="en-US" dirty="0"/>
              <a:t>SVM relies on flattened features and PCA, which removes spatial relationships and may discard useful information.</a:t>
            </a:r>
          </a:p>
          <a:p>
            <a:r>
              <a:rPr lang="en-US" dirty="0"/>
              <a:t>Additionally, SVM is more sensitive to noise and struggles with complex nonlinear class boundaries present in music data.</a:t>
            </a:r>
          </a:p>
        </p:txBody>
      </p:sp>
      <p:sp>
        <p:nvSpPr>
          <p:cNvPr id="6" name="Title 1">
            <a:extLst>
              <a:ext uri="{FF2B5EF4-FFF2-40B4-BE49-F238E27FC236}">
                <a16:creationId xmlns:a16="http://schemas.microsoft.com/office/drawing/2014/main" id="{8ABD97FA-6002-D31B-7D2D-EE20292808A7}"/>
              </a:ext>
            </a:extLst>
          </p:cNvPr>
          <p:cNvSpPr txBox="1">
            <a:spLocks/>
          </p:cNvSpPr>
          <p:nvPr/>
        </p:nvSpPr>
        <p:spPr>
          <a:xfrm>
            <a:off x="1066800" y="457200"/>
            <a:ext cx="100584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en-IN" dirty="0"/>
              <a:t>Result &amp; Analysis</a:t>
            </a:r>
          </a:p>
        </p:txBody>
      </p:sp>
    </p:spTree>
    <p:extLst>
      <p:ext uri="{BB962C8B-B14F-4D97-AF65-F5344CB8AC3E}">
        <p14:creationId xmlns:p14="http://schemas.microsoft.com/office/powerpoint/2010/main" val="1025325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dashHorz">
          <a:fgClr>
            <a:schemeClr val="tx2">
              <a:lumMod val="20000"/>
              <a:lumOff val="80000"/>
            </a:schemeClr>
          </a:fgClr>
          <a:bgClr>
            <a:schemeClr val="bg1"/>
          </a:bgClr>
        </a:pattFill>
        <a:effectLst/>
      </p:bgPr>
    </p:bg>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2A97209-1180-42E7-B45D-CC7E7AAF862E}"/>
                  </a:ext>
                </a:extLst>
              </p:cNvPr>
              <p:cNvSpPr txBox="1"/>
              <p:nvPr/>
            </p:nvSpPr>
            <p:spPr>
              <a:xfrm>
                <a:off x="1066800" y="1519192"/>
                <a:ext cx="6417732" cy="4801314"/>
              </a:xfrm>
              <a:prstGeom prst="rect">
                <a:avLst/>
              </a:prstGeom>
              <a:noFill/>
            </p:spPr>
            <p:txBody>
              <a:bodyPr wrap="square" rtlCol="0">
                <a:spAutoFit/>
              </a:bodyPr>
              <a:lstStyle/>
              <a:p>
                <a:r>
                  <a:rPr lang="en-IN" b="1" dirty="0"/>
                  <a:t>Best Model - ResNet</a:t>
                </a:r>
                <a:endParaRPr lang="en-US" b="1" dirty="0"/>
              </a:p>
              <a:p>
                <a:r>
                  <a:rPr lang="en-IN" b="1" dirty="0"/>
                  <a:t>Why ResNet?</a:t>
                </a:r>
                <a:endParaRPr lang="en-US" b="1" dirty="0"/>
              </a:p>
              <a:p>
                <a:r>
                  <a:rPr lang="en-US" b="1" dirty="0"/>
                  <a:t>ResNet </a:t>
                </a:r>
                <a:r>
                  <a:rPr lang="en-US" dirty="0"/>
                  <a:t>allows the use of </a:t>
                </a:r>
                <a:r>
                  <a:rPr lang="en-US" b="1" dirty="0"/>
                  <a:t>deeper networks</a:t>
                </a:r>
                <a:r>
                  <a:rPr lang="en-US" dirty="0"/>
                  <a:t> through </a:t>
                </a:r>
                <a:r>
                  <a:rPr lang="en-US" b="1" dirty="0"/>
                  <a:t>skip connections</a:t>
                </a:r>
                <a:r>
                  <a:rPr lang="en-US" dirty="0"/>
                  <a:t>. In a normal CNN, when the network becomes deeper, the </a:t>
                </a:r>
                <a:r>
                  <a:rPr lang="en-US" b="1" dirty="0"/>
                  <a:t>vanishing gradient problem</a:t>
                </a:r>
                <a:r>
                  <a:rPr lang="en-US" dirty="0"/>
                  <a:t> can occur. </a:t>
                </a:r>
              </a:p>
              <a:p>
                <a:r>
                  <a:rPr lang="en-US" dirty="0"/>
                  <a:t>When working with a small dataset, deeper layers may not learn meaningful new features. Instead, they may simply </a:t>
                </a:r>
                <a:r>
                  <a:rPr lang="en-US" b="1" dirty="0"/>
                  <a:t>memorize the training data (overfit)</a:t>
                </a:r>
                <a:r>
                  <a:rPr lang="en-US" dirty="0"/>
                  <a:t>, which negatively affects both validation and test accuracy.</a:t>
                </a:r>
              </a:p>
              <a:p>
                <a:endParaRPr lang="en-US" dirty="0"/>
              </a:p>
              <a:p>
                <a:r>
                  <a:rPr lang="en-IN" dirty="0"/>
                  <a:t>ResNet addresses this issue by learning a residual function:</a:t>
                </a:r>
              </a:p>
              <a:p>
                <a14:m>
                  <m:oMathPara xmlns:m="http://schemas.openxmlformats.org/officeDocument/2006/math">
                    <m:oMathParaPr>
                      <m:jc m:val="centerGroup"/>
                    </m:oMathParaPr>
                    <m:oMath xmlns:m="http://schemas.openxmlformats.org/officeDocument/2006/math">
                      <m:r>
                        <a:rPr lang="en-IN" i="1"/>
                        <m:t>𝐻</m:t>
                      </m:r>
                      <m:d>
                        <m:dPr>
                          <m:ctrlPr>
                            <a:rPr lang="ar-AE" i="1"/>
                          </m:ctrlPr>
                        </m:dPr>
                        <m:e>
                          <m:r>
                            <a:rPr lang="ar-AE" i="1"/>
                            <m:t>𝑥</m:t>
                          </m:r>
                        </m:e>
                      </m:d>
                      <m:r>
                        <a:rPr lang="ar-AE"/>
                        <m:t>=</m:t>
                      </m:r>
                      <m:r>
                        <a:rPr lang="ar-AE" i="1"/>
                        <m:t>𝐹</m:t>
                      </m:r>
                      <m:d>
                        <m:dPr>
                          <m:ctrlPr>
                            <a:rPr lang="ar-AE" i="1"/>
                          </m:ctrlPr>
                        </m:dPr>
                        <m:e>
                          <m:r>
                            <a:rPr lang="ar-AE" i="1"/>
                            <m:t>𝑥</m:t>
                          </m:r>
                        </m:e>
                      </m:d>
                      <m:r>
                        <a:rPr lang="ar-AE"/>
                        <m:t>+</m:t>
                      </m:r>
                      <m:r>
                        <a:rPr lang="ar-AE" i="1"/>
                        <m:t>𝑥</m:t>
                      </m:r>
                    </m:oMath>
                  </m:oMathPara>
                </a14:m>
                <a:endParaRPr lang="ar-AE" dirty="0"/>
              </a:p>
              <a:p>
                <a:r>
                  <a:rPr lang="en-IN" dirty="0"/>
                  <a:t>If the residual becomes zero: </a:t>
                </a:r>
                <a14:m>
                  <m:oMath xmlns:m="http://schemas.openxmlformats.org/officeDocument/2006/math">
                    <m:r>
                      <a:rPr lang="en-IN" i="1"/>
                      <m:t>𝐹</m:t>
                    </m:r>
                    <m:d>
                      <m:dPr>
                        <m:ctrlPr>
                          <a:rPr lang="ar-AE" i="1"/>
                        </m:ctrlPr>
                      </m:dPr>
                      <m:e>
                        <m:r>
                          <a:rPr lang="ar-AE" i="1"/>
                          <m:t>𝑥</m:t>
                        </m:r>
                      </m:e>
                    </m:d>
                    <m:r>
                      <a:rPr lang="ar-AE"/>
                      <m:t>=</m:t>
                    </m:r>
                    <m:r>
                      <a:rPr lang="ar-AE"/>
                      <m:t>0</m:t>
                    </m:r>
                  </m:oMath>
                </a14:m>
                <a:r>
                  <a:rPr lang="en-US" dirty="0"/>
                  <a:t> , </a:t>
                </a:r>
                <a:r>
                  <a:rPr lang="en-IN" dirty="0"/>
                  <a:t>then </a:t>
                </a:r>
                <a14:m>
                  <m:oMath xmlns:m="http://schemas.openxmlformats.org/officeDocument/2006/math">
                    <m:r>
                      <a:rPr lang="en-IN" i="1"/>
                      <m:t>𝐻</m:t>
                    </m:r>
                    <m:d>
                      <m:dPr>
                        <m:ctrlPr>
                          <a:rPr lang="ar-AE" i="1"/>
                        </m:ctrlPr>
                      </m:dPr>
                      <m:e>
                        <m:r>
                          <a:rPr lang="ar-AE" i="1"/>
                          <m:t>𝑥</m:t>
                        </m:r>
                      </m:e>
                    </m:d>
                    <m:r>
                      <a:rPr lang="ar-AE"/>
                      <m:t>=</m:t>
                    </m:r>
                    <m:r>
                      <a:rPr lang="ar-AE" i="1"/>
                      <m:t>𝑥</m:t>
                    </m:r>
                  </m:oMath>
                </a14:m>
                <a:endParaRPr lang="ar-AE" dirty="0"/>
              </a:p>
              <a:p>
                <a:r>
                  <a:rPr lang="en-IN" dirty="0"/>
                  <a:t>meaning the input is passed forward unchanged (identity mapping). This prevents deeper layers from degrading performance and helps maintain stable learning.</a:t>
                </a:r>
              </a:p>
              <a:p>
                <a:endParaRPr lang="en-IN" dirty="0"/>
              </a:p>
            </p:txBody>
          </p:sp>
        </mc:Choice>
        <mc:Fallback>
          <p:sp>
            <p:nvSpPr>
              <p:cNvPr id="5" name="TextBox 4">
                <a:extLst>
                  <a:ext uri="{FF2B5EF4-FFF2-40B4-BE49-F238E27FC236}">
                    <a16:creationId xmlns:a16="http://schemas.microsoft.com/office/drawing/2014/main" id="{D2A97209-1180-42E7-B45D-CC7E7AAF862E}"/>
                  </a:ext>
                </a:extLst>
              </p:cNvPr>
              <p:cNvSpPr txBox="1">
                <a:spLocks noRot="1" noChangeAspect="1" noMove="1" noResize="1" noEditPoints="1" noAdjustHandles="1" noChangeArrowheads="1" noChangeShapeType="1" noTextEdit="1"/>
              </p:cNvSpPr>
              <p:nvPr/>
            </p:nvSpPr>
            <p:spPr>
              <a:xfrm>
                <a:off x="1066800" y="1519192"/>
                <a:ext cx="6417732" cy="4801314"/>
              </a:xfrm>
              <a:prstGeom prst="rect">
                <a:avLst/>
              </a:prstGeom>
              <a:blipFill>
                <a:blip r:embed="rId2"/>
                <a:stretch>
                  <a:fillRect l="-760" t="-635"/>
                </a:stretch>
              </a:blipFill>
            </p:spPr>
            <p:txBody>
              <a:bodyPr/>
              <a:lstStyle/>
              <a:p>
                <a:r>
                  <a:rPr lang="en-IN">
                    <a:noFill/>
                  </a:rPr>
                  <a:t> </a:t>
                </a:r>
              </a:p>
            </p:txBody>
          </p:sp>
        </mc:Fallback>
      </mc:AlternateContent>
      <p:sp>
        <p:nvSpPr>
          <p:cNvPr id="6" name="Title 1">
            <a:extLst>
              <a:ext uri="{FF2B5EF4-FFF2-40B4-BE49-F238E27FC236}">
                <a16:creationId xmlns:a16="http://schemas.microsoft.com/office/drawing/2014/main" id="{C5814215-BF94-F6DF-E97E-EA13C7A37B61}"/>
              </a:ext>
            </a:extLst>
          </p:cNvPr>
          <p:cNvSpPr txBox="1">
            <a:spLocks/>
          </p:cNvSpPr>
          <p:nvPr/>
        </p:nvSpPr>
        <p:spPr>
          <a:xfrm>
            <a:off x="1066800" y="457200"/>
            <a:ext cx="100584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en-IN" dirty="0"/>
              <a:t>Result &amp; Analysis</a:t>
            </a:r>
          </a:p>
        </p:txBody>
      </p:sp>
      <p:pic>
        <p:nvPicPr>
          <p:cNvPr id="2050" name="Picture 2">
            <a:extLst>
              <a:ext uri="{FF2B5EF4-FFF2-40B4-BE49-F238E27FC236}">
                <a16:creationId xmlns:a16="http://schemas.microsoft.com/office/drawing/2014/main" id="{139B55AB-16C1-53B0-C128-03F8CCC061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8796" y="1820333"/>
            <a:ext cx="3556404" cy="192045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DAAAFF98-94C5-8234-60BA-88018063AC9D}"/>
              </a:ext>
            </a:extLst>
          </p:cNvPr>
          <p:cNvSpPr txBox="1"/>
          <p:nvPr/>
        </p:nvSpPr>
        <p:spPr>
          <a:xfrm>
            <a:off x="7484532" y="3919849"/>
            <a:ext cx="3953935" cy="430887"/>
          </a:xfrm>
          <a:prstGeom prst="rect">
            <a:avLst/>
          </a:prstGeom>
          <a:noFill/>
        </p:spPr>
        <p:txBody>
          <a:bodyPr wrap="square" rtlCol="0">
            <a:spAutoFit/>
          </a:bodyPr>
          <a:lstStyle/>
          <a:p>
            <a:r>
              <a:rPr lang="en-US" sz="1100" dirty="0" err="1"/>
              <a:t>Img</a:t>
            </a:r>
            <a:r>
              <a:rPr lang="en-US" sz="1100" dirty="0"/>
              <a:t> Source: </a:t>
            </a:r>
            <a:r>
              <a:rPr lang="en-IN" sz="1100" dirty="0"/>
              <a:t>https://en.wikipedia.org/wiki/Residual_neural_network</a:t>
            </a:r>
          </a:p>
          <a:p>
            <a:endParaRPr lang="en-IN" sz="1100" dirty="0"/>
          </a:p>
        </p:txBody>
      </p:sp>
    </p:spTree>
    <p:extLst>
      <p:ext uri="{BB962C8B-B14F-4D97-AF65-F5344CB8AC3E}">
        <p14:creationId xmlns:p14="http://schemas.microsoft.com/office/powerpoint/2010/main" val="2721508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9093A62A-2080-842C-338A-403A70455284}"/>
              </a:ext>
            </a:extLst>
          </p:cNvPr>
          <p:cNvSpPr txBox="1">
            <a:spLocks/>
          </p:cNvSpPr>
          <p:nvPr/>
        </p:nvSpPr>
        <p:spPr>
          <a:xfrm>
            <a:off x="1066800" y="279400"/>
            <a:ext cx="100584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en-IN" dirty="0"/>
              <a:t>Result &amp; Analysis</a:t>
            </a:r>
          </a:p>
        </p:txBody>
      </p:sp>
      <p:pic>
        <p:nvPicPr>
          <p:cNvPr id="16" name="Picture 15">
            <a:extLst>
              <a:ext uri="{FF2B5EF4-FFF2-40B4-BE49-F238E27FC236}">
                <a16:creationId xmlns:a16="http://schemas.microsoft.com/office/drawing/2014/main" id="{CFED144E-3C6B-324F-1E69-34CE4A3B8421}"/>
              </a:ext>
            </a:extLst>
          </p:cNvPr>
          <p:cNvPicPr>
            <a:picLocks noChangeAspect="1"/>
          </p:cNvPicPr>
          <p:nvPr/>
        </p:nvPicPr>
        <p:blipFill>
          <a:blip r:embed="rId2"/>
          <a:stretch>
            <a:fillRect/>
          </a:stretch>
        </p:blipFill>
        <p:spPr>
          <a:xfrm>
            <a:off x="533927" y="1502410"/>
            <a:ext cx="5400675" cy="4114800"/>
          </a:xfrm>
          <a:prstGeom prst="rect">
            <a:avLst/>
          </a:prstGeom>
        </p:spPr>
      </p:pic>
      <p:sp>
        <p:nvSpPr>
          <p:cNvPr id="17" name="TextBox 16">
            <a:extLst>
              <a:ext uri="{FF2B5EF4-FFF2-40B4-BE49-F238E27FC236}">
                <a16:creationId xmlns:a16="http://schemas.microsoft.com/office/drawing/2014/main" id="{11A13110-87F5-0520-5ED5-48F0FD17C5D6}"/>
              </a:ext>
            </a:extLst>
          </p:cNvPr>
          <p:cNvSpPr txBox="1"/>
          <p:nvPr/>
        </p:nvSpPr>
        <p:spPr>
          <a:xfrm>
            <a:off x="1066800" y="1133078"/>
            <a:ext cx="3315972" cy="369332"/>
          </a:xfrm>
          <a:prstGeom prst="rect">
            <a:avLst/>
          </a:prstGeom>
          <a:noFill/>
        </p:spPr>
        <p:txBody>
          <a:bodyPr wrap="none" rtlCol="0">
            <a:spAutoFit/>
          </a:bodyPr>
          <a:lstStyle/>
          <a:p>
            <a:r>
              <a:rPr lang="en-US" dirty="0"/>
              <a:t>Graphs for the final ResNet Model</a:t>
            </a:r>
            <a:endParaRPr lang="en-IN" dirty="0"/>
          </a:p>
        </p:txBody>
      </p:sp>
      <p:pic>
        <p:nvPicPr>
          <p:cNvPr id="19" name="Picture 18">
            <a:extLst>
              <a:ext uri="{FF2B5EF4-FFF2-40B4-BE49-F238E27FC236}">
                <a16:creationId xmlns:a16="http://schemas.microsoft.com/office/drawing/2014/main" id="{0BFF451A-6B96-2370-AD46-477398055245}"/>
              </a:ext>
            </a:extLst>
          </p:cNvPr>
          <p:cNvPicPr>
            <a:picLocks noChangeAspect="1"/>
          </p:cNvPicPr>
          <p:nvPr/>
        </p:nvPicPr>
        <p:blipFill>
          <a:blip r:embed="rId3"/>
          <a:stretch>
            <a:fillRect/>
          </a:stretch>
        </p:blipFill>
        <p:spPr>
          <a:xfrm>
            <a:off x="6257400" y="1502410"/>
            <a:ext cx="5353050" cy="4114800"/>
          </a:xfrm>
          <a:prstGeom prst="rect">
            <a:avLst/>
          </a:prstGeom>
        </p:spPr>
      </p:pic>
      <p:sp>
        <p:nvSpPr>
          <p:cNvPr id="20" name="TextBox 19">
            <a:extLst>
              <a:ext uri="{FF2B5EF4-FFF2-40B4-BE49-F238E27FC236}">
                <a16:creationId xmlns:a16="http://schemas.microsoft.com/office/drawing/2014/main" id="{5E269341-DDDE-AE69-EFFC-2C51CC0EC040}"/>
              </a:ext>
            </a:extLst>
          </p:cNvPr>
          <p:cNvSpPr txBox="1"/>
          <p:nvPr/>
        </p:nvSpPr>
        <p:spPr>
          <a:xfrm>
            <a:off x="694267" y="5918200"/>
            <a:ext cx="8103437" cy="369332"/>
          </a:xfrm>
          <a:prstGeom prst="rect">
            <a:avLst/>
          </a:prstGeom>
          <a:noFill/>
        </p:spPr>
        <p:txBody>
          <a:bodyPr wrap="none" rtlCol="0">
            <a:spAutoFit/>
          </a:bodyPr>
          <a:lstStyle/>
          <a:p>
            <a:r>
              <a:rPr lang="en-US" dirty="0"/>
              <a:t>Metrics: Precision(average): 0.8517 | Recall(average): 0.8400 | F1-Score(average): 0.8380</a:t>
            </a:r>
            <a:endParaRPr lang="en-IN" dirty="0"/>
          </a:p>
        </p:txBody>
      </p:sp>
    </p:spTree>
    <p:extLst>
      <p:ext uri="{BB962C8B-B14F-4D97-AF65-F5344CB8AC3E}">
        <p14:creationId xmlns:p14="http://schemas.microsoft.com/office/powerpoint/2010/main" val="58526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D8669-035F-662E-C9B5-00F87EE15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76E9A-D567-FF31-D3B4-2AFD5A2C3743}"/>
              </a:ext>
            </a:extLst>
          </p:cNvPr>
          <p:cNvSpPr>
            <a:spLocks noGrp="1"/>
          </p:cNvSpPr>
          <p:nvPr>
            <p:ph type="title"/>
          </p:nvPr>
        </p:nvSpPr>
        <p:spPr/>
        <p:txBody>
          <a:bodyPr/>
          <a:lstStyle/>
          <a:p>
            <a:r>
              <a:rPr lang="en-US"/>
              <a:t>Work Division</a:t>
            </a:r>
            <a:endParaRPr lang="en-IN" dirty="0"/>
          </a:p>
        </p:txBody>
      </p:sp>
      <p:sp>
        <p:nvSpPr>
          <p:cNvPr id="11" name="Content Placeholder 10">
            <a:extLst>
              <a:ext uri="{FF2B5EF4-FFF2-40B4-BE49-F238E27FC236}">
                <a16:creationId xmlns:a16="http://schemas.microsoft.com/office/drawing/2014/main" id="{1AF9A473-CDCB-3399-A879-EE1CC85A4AE6}"/>
              </a:ext>
            </a:extLst>
          </p:cNvPr>
          <p:cNvSpPr>
            <a:spLocks noGrp="1"/>
          </p:cNvSpPr>
          <p:nvPr>
            <p:ph idx="1"/>
          </p:nvPr>
        </p:nvSpPr>
        <p:spPr/>
        <p:txBody>
          <a:bodyPr/>
          <a:lstStyle/>
          <a:p>
            <a:r>
              <a:rPr lang="en-US" dirty="0"/>
              <a:t>Preprocessing &amp; Spectrogram generation: Hrujul, Priyam</a:t>
            </a:r>
          </a:p>
          <a:p>
            <a:r>
              <a:rPr lang="en-US" dirty="0"/>
              <a:t>Simple CNN: Priyam</a:t>
            </a:r>
          </a:p>
          <a:p>
            <a:r>
              <a:rPr lang="en-US" dirty="0"/>
              <a:t>Resnet: Hrujul</a:t>
            </a:r>
          </a:p>
          <a:p>
            <a:r>
              <a:rPr lang="en-US" dirty="0"/>
              <a:t>SVM: Arin</a:t>
            </a:r>
          </a:p>
          <a:p>
            <a:r>
              <a:rPr lang="en-US" dirty="0" err="1"/>
              <a:t>MobileNet</a:t>
            </a:r>
            <a:r>
              <a:rPr lang="en-US" dirty="0"/>
              <a:t> v2: Tushar</a:t>
            </a:r>
            <a:endParaRPr lang="en-IN" dirty="0"/>
          </a:p>
        </p:txBody>
      </p:sp>
    </p:spTree>
    <p:extLst>
      <p:ext uri="{BB962C8B-B14F-4D97-AF65-F5344CB8AC3E}">
        <p14:creationId xmlns:p14="http://schemas.microsoft.com/office/powerpoint/2010/main" val="16202131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7085EF-B99E-49B5-8168-B93B76F18C9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94D4956A-58D5-480A-BCDA-53092DBAA2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FCF2BD5-DE13-4F89-A44B-1244AAFA74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_SavonVTI</Template>
  <TotalTime>461</TotalTime>
  <Words>1662</Words>
  <Application>Microsoft Office PowerPoint</Application>
  <PresentationFormat>Widescreen</PresentationFormat>
  <Paragraphs>162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Courier New</vt:lpstr>
      <vt:lpstr>Garamond</vt:lpstr>
      <vt:lpstr>SavonVTI</vt:lpstr>
      <vt:lpstr>Group No :19</vt:lpstr>
      <vt:lpstr>Objective</vt:lpstr>
      <vt:lpstr>Dataset Description</vt:lpstr>
      <vt:lpstr>Models Used</vt:lpstr>
      <vt:lpstr>Models Used</vt:lpstr>
      <vt:lpstr>Efforts &amp; Methodology</vt:lpstr>
      <vt:lpstr>Efforts &amp; Methodology </vt:lpstr>
      <vt:lpstr>Efforts &amp; Methodology</vt:lpstr>
      <vt:lpstr>Efforts &amp; Methodology</vt:lpstr>
      <vt:lpstr>Result &amp; Analysis</vt:lpstr>
      <vt:lpstr>Why CNN models performed better than SVM</vt:lpstr>
      <vt:lpstr>PowerPoint Presentation</vt:lpstr>
      <vt:lpstr>PowerPoint Presentation</vt:lpstr>
      <vt:lpstr>Work Division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Priyam Patel</dc:creator>
  <cp:lastModifiedBy>Priyam Patel</cp:lastModifiedBy>
  <cp:revision>3</cp:revision>
  <dcterms:created xsi:type="dcterms:W3CDTF">2026-04-09T11:52:32Z</dcterms:created>
  <dcterms:modified xsi:type="dcterms:W3CDTF">2026-04-12T11:46:51Z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